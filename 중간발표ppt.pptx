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2" r:id="rId1"/>
    <p:sldMasterId id="2147483732" r:id="rId2"/>
  </p:sldMasterIdLst>
  <p:sldIdLst>
    <p:sldId id="256" r:id="rId3"/>
    <p:sldId id="267" r:id="rId4"/>
    <p:sldId id="261" r:id="rId5"/>
    <p:sldId id="257" r:id="rId6"/>
    <p:sldId id="275" r:id="rId7"/>
    <p:sldId id="277" r:id="rId8"/>
    <p:sldId id="278" r:id="rId9"/>
    <p:sldId id="279" r:id="rId10"/>
    <p:sldId id="280" r:id="rId11"/>
    <p:sldId id="282" r:id="rId12"/>
    <p:sldId id="283" r:id="rId13"/>
    <p:sldId id="286" r:id="rId14"/>
    <p:sldId id="270" r:id="rId15"/>
  </p:sldIdLst>
  <p:sldSz cx="12192000" cy="6858000"/>
  <p:notesSz cx="6858000" cy="9144000"/>
  <p:embeddedFontLst>
    <p:embeddedFont>
      <p:font typeface="Wingdings 2" pitchFamily="18" charset="2"/>
      <p:regular r:id="rId16"/>
    </p:embeddedFont>
    <p:embeddedFont>
      <p:font typeface="Calibri Light" pitchFamily="34" charset="0"/>
      <p:regular r:id="rId17"/>
      <p:italic r:id="rId18"/>
    </p:embeddedFont>
    <p:embeddedFont>
      <p:font typeface="맑은 고딕" pitchFamily="50" charset="-127"/>
      <p:regular r:id="rId19"/>
      <p:bold r:id="rId20"/>
    </p:embeddedFont>
    <p:embeddedFont>
      <p:font typeface="Calibri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958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pos="7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3399"/>
    <a:srgbClr val="6573A7"/>
    <a:srgbClr val="6B9FC7"/>
    <a:srgbClr val="4E6294"/>
    <a:srgbClr val="3A4966"/>
    <a:srgbClr val="A6C5DD"/>
    <a:srgbClr val="798DB3"/>
    <a:srgbClr val="8F9EC4"/>
    <a:srgbClr val="A3ABCA"/>
    <a:srgbClr val="A591B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362BE7-3C11-42D9-924C-C8E0D8EC0489}" v="2042" dt="2020-05-11T08:32:19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0" autoAdjust="0"/>
    <p:restoredTop sz="83249" autoAdjust="0"/>
  </p:normalViewPr>
  <p:slideViewPr>
    <p:cSldViewPr snapToGrid="0">
      <p:cViewPr varScale="1">
        <p:scale>
          <a:sx n="64" d="100"/>
          <a:sy n="64" d="100"/>
        </p:scale>
        <p:origin x="-1158" y="-102"/>
      </p:cViewPr>
      <p:guideLst>
        <p:guide orient="horz" pos="958"/>
        <p:guide pos="211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8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주" userId="3840582b10c9932e" providerId="LiveId" clId="{CF362BE7-3C11-42D9-924C-C8E0D8EC0489}"/>
    <pc:docChg chg="undo custSel addSld delSld modSld">
      <pc:chgData name="성현 주" userId="3840582b10c9932e" providerId="LiveId" clId="{CF362BE7-3C11-42D9-924C-C8E0D8EC0489}" dt="2020-05-11T08:32:40.248" v="3985" actId="1076"/>
      <pc:docMkLst>
        <pc:docMk/>
      </pc:docMkLst>
      <pc:sldChg chg="delSp modSp del">
        <pc:chgData name="성현 주" userId="3840582b10c9932e" providerId="LiveId" clId="{CF362BE7-3C11-42D9-924C-C8E0D8EC0489}" dt="2020-05-11T08:26:41.944" v="3438" actId="2696"/>
        <pc:sldMkLst>
          <pc:docMk/>
          <pc:sldMk cId="2777084010" sldId="262"/>
        </pc:sldMkLst>
        <pc:spChg chg="del mod">
          <ac:chgData name="성현 주" userId="3840582b10c9932e" providerId="LiveId" clId="{CF362BE7-3C11-42D9-924C-C8E0D8EC0489}" dt="2020-05-11T08:26:07.415" v="3435"/>
          <ac:spMkLst>
            <pc:docMk/>
            <pc:sldMk cId="2777084010" sldId="262"/>
            <ac:spMk id="28" creationId="{0FBF1AEE-6B70-4514-A8C5-08F6EBE7F70C}"/>
          </ac:spMkLst>
        </pc:spChg>
        <pc:picChg chg="del">
          <ac:chgData name="성현 주" userId="3840582b10c9932e" providerId="LiveId" clId="{CF362BE7-3C11-42D9-924C-C8E0D8EC0489}" dt="2020-05-11T08:26:16.688" v="3436" actId="478"/>
          <ac:picMkLst>
            <pc:docMk/>
            <pc:sldMk cId="2777084010" sldId="262"/>
            <ac:picMk id="1027" creationId="{04F53174-233F-4C9A-BE27-A9C2DF1C74DE}"/>
          </ac:picMkLst>
        </pc:picChg>
      </pc:sldChg>
      <pc:sldChg chg="modSp">
        <pc:chgData name="성현 주" userId="3840582b10c9932e" providerId="LiveId" clId="{CF362BE7-3C11-42D9-924C-C8E0D8EC0489}" dt="2020-05-11T08:27:18.334" v="3503"/>
        <pc:sldMkLst>
          <pc:docMk/>
          <pc:sldMk cId="445365773" sldId="267"/>
        </pc:sldMkLst>
        <pc:spChg chg="mod">
          <ac:chgData name="성현 주" userId="3840582b10c9932e" providerId="LiveId" clId="{CF362BE7-3C11-42D9-924C-C8E0D8EC0489}" dt="2020-05-11T08:27:18.334" v="3503"/>
          <ac:spMkLst>
            <pc:docMk/>
            <pc:sldMk cId="445365773" sldId="267"/>
            <ac:spMk id="40" creationId="{4AE76FCE-67A4-42C0-B383-73B511E86600}"/>
          </ac:spMkLst>
        </pc:spChg>
        <pc:spChg chg="mod">
          <ac:chgData name="성현 주" userId="3840582b10c9932e" providerId="LiveId" clId="{CF362BE7-3C11-42D9-924C-C8E0D8EC0489}" dt="2020-05-11T08:27:01.418" v="3484"/>
          <ac:spMkLst>
            <pc:docMk/>
            <pc:sldMk cId="445365773" sldId="267"/>
            <ac:spMk id="41" creationId="{510390DE-0B50-47D6-8EBB-9F97B99FC083}"/>
          </ac:spMkLst>
        </pc:spChg>
        <pc:spChg chg="mod">
          <ac:chgData name="성현 주" userId="3840582b10c9932e" providerId="LiveId" clId="{CF362BE7-3C11-42D9-924C-C8E0D8EC0489}" dt="2020-05-11T08:26:54.329" v="3476" actId="20577"/>
          <ac:spMkLst>
            <pc:docMk/>
            <pc:sldMk cId="445365773" sldId="267"/>
            <ac:spMk id="49" creationId="{1F741C5C-A4D1-4755-B806-A40C8ADFDDAC}"/>
          </ac:spMkLst>
        </pc:spChg>
      </pc:sldChg>
      <pc:sldChg chg="addSp delSp modSp">
        <pc:chgData name="성현 주" userId="3840582b10c9932e" providerId="LiveId" clId="{CF362BE7-3C11-42D9-924C-C8E0D8EC0489}" dt="2020-05-11T08:32:40.248" v="3985" actId="1076"/>
        <pc:sldMkLst>
          <pc:docMk/>
          <pc:sldMk cId="3664235712" sldId="272"/>
        </pc:sldMkLst>
        <pc:spChg chg="mod">
          <ac:chgData name="성현 주" userId="3840582b10c9932e" providerId="LiveId" clId="{CF362BE7-3C11-42D9-924C-C8E0D8EC0489}" dt="2020-05-11T08:32:08.457" v="3975"/>
          <ac:spMkLst>
            <pc:docMk/>
            <pc:sldMk cId="3664235712" sldId="272"/>
            <ac:spMk id="10" creationId="{50EE3FA9-1C9D-48CF-9A77-68EB028E9BBF}"/>
          </ac:spMkLst>
        </pc:spChg>
        <pc:spChg chg="mod">
          <ac:chgData name="성현 주" userId="3840582b10c9932e" providerId="LiveId" clId="{CF362BE7-3C11-42D9-924C-C8E0D8EC0489}" dt="2020-05-11T08:30:25.975" v="3940" actId="207"/>
          <ac:spMkLst>
            <pc:docMk/>
            <pc:sldMk cId="3664235712" sldId="272"/>
            <ac:spMk id="12" creationId="{4FAD32D7-2B13-44BC-AD2B-C1F832CC1E24}"/>
          </ac:spMkLst>
        </pc:spChg>
        <pc:spChg chg="mod">
          <ac:chgData name="성현 주" userId="3840582b10c9932e" providerId="LiveId" clId="{CF362BE7-3C11-42D9-924C-C8E0D8EC0489}" dt="2020-05-11T08:30:56.994" v="3954"/>
          <ac:spMkLst>
            <pc:docMk/>
            <pc:sldMk cId="3664235712" sldId="272"/>
            <ac:spMk id="13" creationId="{92E0D788-48DD-4C0C-B985-FF888840E366}"/>
          </ac:spMkLst>
        </pc:spChg>
        <pc:spChg chg="add mod">
          <ac:chgData name="성현 주" userId="3840582b10c9932e" providerId="LiveId" clId="{CF362BE7-3C11-42D9-924C-C8E0D8EC0489}" dt="2020-05-11T08:32:40.248" v="3985" actId="1076"/>
          <ac:spMkLst>
            <pc:docMk/>
            <pc:sldMk cId="3664235712" sldId="272"/>
            <ac:spMk id="14" creationId="{5BDC181E-07A0-4DF4-98F2-7DABA802B58D}"/>
          </ac:spMkLst>
        </pc:spChg>
        <pc:spChg chg="del">
          <ac:chgData name="성현 주" userId="3840582b10c9932e" providerId="LiveId" clId="{CF362BE7-3C11-42D9-924C-C8E0D8EC0489}" dt="2020-05-11T08:30:20.562" v="3939" actId="478"/>
          <ac:spMkLst>
            <pc:docMk/>
            <pc:sldMk cId="3664235712" sldId="272"/>
            <ac:spMk id="28" creationId="{0FBF1AEE-6B70-4514-A8C5-08F6EBE7F70C}"/>
          </ac:spMkLst>
        </pc:spChg>
        <pc:picChg chg="del mod">
          <ac:chgData name="성현 주" userId="3840582b10c9932e" providerId="LiveId" clId="{CF362BE7-3C11-42D9-924C-C8E0D8EC0489}" dt="2020-05-11T08:32:09.472" v="3976" actId="478"/>
          <ac:picMkLst>
            <pc:docMk/>
            <pc:sldMk cId="3664235712" sldId="272"/>
            <ac:picMk id="4" creationId="{4F9D3604-D55A-4AD6-96B8-8DC9CF6708FB}"/>
          </ac:picMkLst>
        </pc:picChg>
        <pc:picChg chg="add mod">
          <ac:chgData name="성현 주" userId="3840582b10c9932e" providerId="LiveId" clId="{CF362BE7-3C11-42D9-924C-C8E0D8EC0489}" dt="2020-05-11T08:32:33.069" v="3984" actId="14100"/>
          <ac:picMkLst>
            <pc:docMk/>
            <pc:sldMk cId="3664235712" sldId="272"/>
            <ac:picMk id="5" creationId="{6607E814-9804-4954-8A2F-97FADBD9C525}"/>
          </ac:picMkLst>
        </pc:picChg>
        <pc:picChg chg="mod">
          <ac:chgData name="성현 주" userId="3840582b10c9932e" providerId="LiveId" clId="{CF362BE7-3C11-42D9-924C-C8E0D8EC0489}" dt="2020-05-11T08:30:43.282" v="3943" actId="1076"/>
          <ac:picMkLst>
            <pc:docMk/>
            <pc:sldMk cId="3664235712" sldId="272"/>
            <ac:picMk id="9" creationId="{E6E050B0-67E2-4EE0-B6D8-6144BF571902}"/>
          </ac:picMkLst>
        </pc:picChg>
      </pc:sldChg>
      <pc:sldChg chg="del">
        <pc:chgData name="성현 주" userId="3840582b10c9932e" providerId="LiveId" clId="{CF362BE7-3C11-42D9-924C-C8E0D8EC0489}" dt="2020-05-11T08:20:53.815" v="3359" actId="2696"/>
        <pc:sldMkLst>
          <pc:docMk/>
          <pc:sldMk cId="1445954089" sldId="273"/>
        </pc:sldMkLst>
      </pc:sldChg>
      <pc:sldChg chg="addSp delSp modSp">
        <pc:chgData name="성현 주" userId="3840582b10c9932e" providerId="LiveId" clId="{CF362BE7-3C11-42D9-924C-C8E0D8EC0489}" dt="2020-05-11T08:17:57.765" v="3073" actId="1076"/>
        <pc:sldMkLst>
          <pc:docMk/>
          <pc:sldMk cId="0" sldId="275"/>
        </pc:sldMkLst>
        <pc:spChg chg="add del mod">
          <ac:chgData name="성현 주" userId="3840582b10c9932e" providerId="LiveId" clId="{CF362BE7-3C11-42D9-924C-C8E0D8EC0489}" dt="2020-05-11T07:31:10.640" v="1790" actId="47"/>
          <ac:spMkLst>
            <pc:docMk/>
            <pc:sldMk cId="0" sldId="275"/>
            <ac:spMk id="2" creationId="{46FDB6A8-AB00-43A0-8F9F-1AA765248AE3}"/>
          </ac:spMkLst>
        </pc:spChg>
        <pc:spChg chg="add del mod">
          <ac:chgData name="성현 주" userId="3840582b10c9932e" providerId="LiveId" clId="{CF362BE7-3C11-42D9-924C-C8E0D8EC0489}" dt="2020-05-11T07:31:10.419" v="1789"/>
          <ac:spMkLst>
            <pc:docMk/>
            <pc:sldMk cId="0" sldId="275"/>
            <ac:spMk id="3" creationId="{21B9F21D-B6DF-408B-A897-7CF8D14D185D}"/>
          </ac:spMkLst>
        </pc:spChg>
        <pc:spChg chg="add">
          <ac:chgData name="성현 주" userId="3840582b10c9932e" providerId="LiveId" clId="{CF362BE7-3C11-42D9-924C-C8E0D8EC0489}" dt="2020-05-11T07:23:57.495" v="1405"/>
          <ac:spMkLst>
            <pc:docMk/>
            <pc:sldMk cId="0" sldId="275"/>
            <ac:spMk id="8" creationId="{CFCC5890-CFB2-44D8-8B1B-252CF55EB85A}"/>
          </ac:spMkLst>
        </pc:spChg>
        <pc:spChg chg="add mod">
          <ac:chgData name="성현 주" userId="3840582b10c9932e" providerId="LiveId" clId="{CF362BE7-3C11-42D9-924C-C8E0D8EC0489}" dt="2020-05-11T07:24:09.124" v="1409" actId="20577"/>
          <ac:spMkLst>
            <pc:docMk/>
            <pc:sldMk cId="0" sldId="275"/>
            <ac:spMk id="9" creationId="{AC6FFFDA-B368-4F5D-913E-21B189853198}"/>
          </ac:spMkLst>
        </pc:spChg>
        <pc:spChg chg="add mod">
          <ac:chgData name="성현 주" userId="3840582b10c9932e" providerId="LiveId" clId="{CF362BE7-3C11-42D9-924C-C8E0D8EC0489}" dt="2020-05-11T07:29:52.770" v="1718" actId="1076"/>
          <ac:spMkLst>
            <pc:docMk/>
            <pc:sldMk cId="0" sldId="275"/>
            <ac:spMk id="11" creationId="{EB07520C-149B-4AA3-9D98-F21846873CA9}"/>
          </ac:spMkLst>
        </pc:spChg>
        <pc:spChg chg="add mod">
          <ac:chgData name="성현 주" userId="3840582b10c9932e" providerId="LiveId" clId="{CF362BE7-3C11-42D9-924C-C8E0D8EC0489}" dt="2020-05-11T07:29:32.518" v="1705" actId="1076"/>
          <ac:spMkLst>
            <pc:docMk/>
            <pc:sldMk cId="0" sldId="275"/>
            <ac:spMk id="12" creationId="{9E5A347A-9000-44BE-9D09-082D5F1E4EAA}"/>
          </ac:spMkLst>
        </pc:spChg>
        <pc:spChg chg="add del mod">
          <ac:chgData name="성현 주" userId="3840582b10c9932e" providerId="LiveId" clId="{CF362BE7-3C11-42D9-924C-C8E0D8EC0489}" dt="2020-05-11T07:29:27.381" v="1704"/>
          <ac:spMkLst>
            <pc:docMk/>
            <pc:sldMk cId="0" sldId="275"/>
            <ac:spMk id="13" creationId="{D20F5B4D-A072-47F5-88DF-FD1BD4477947}"/>
          </ac:spMkLst>
        </pc:spChg>
        <pc:spChg chg="add mod">
          <ac:chgData name="성현 주" userId="3840582b10c9932e" providerId="LiveId" clId="{CF362BE7-3C11-42D9-924C-C8E0D8EC0489}" dt="2020-05-11T08:17:57.765" v="3073" actId="1076"/>
          <ac:spMkLst>
            <pc:docMk/>
            <pc:sldMk cId="0" sldId="275"/>
            <ac:spMk id="14" creationId="{87AF6B72-6C54-488E-B8F4-86EED0B8E90F}"/>
          </ac:spMkLst>
        </pc:spChg>
        <pc:spChg chg="add mod">
          <ac:chgData name="성현 주" userId="3840582b10c9932e" providerId="LiveId" clId="{CF362BE7-3C11-42D9-924C-C8E0D8EC0489}" dt="2020-05-11T07:30:02.491" v="1732" actId="20577"/>
          <ac:spMkLst>
            <pc:docMk/>
            <pc:sldMk cId="0" sldId="275"/>
            <ac:spMk id="15" creationId="{0E10E8C3-C8F6-4212-A5CF-BCD30615DB7D}"/>
          </ac:spMkLst>
        </pc:spChg>
        <pc:spChg chg="add mod">
          <ac:chgData name="성현 주" userId="3840582b10c9932e" providerId="LiveId" clId="{CF362BE7-3C11-42D9-924C-C8E0D8EC0489}" dt="2020-05-11T07:29:24.059" v="1702" actId="6549"/>
          <ac:spMkLst>
            <pc:docMk/>
            <pc:sldMk cId="0" sldId="275"/>
            <ac:spMk id="16" creationId="{A1938C43-8195-459E-B6A8-740261EAE554}"/>
          </ac:spMkLst>
        </pc:spChg>
        <pc:spChg chg="del">
          <ac:chgData name="성현 주" userId="3840582b10c9932e" providerId="LiveId" clId="{CF362BE7-3C11-42D9-924C-C8E0D8EC0489}" dt="2020-05-11T07:24:12.436" v="1410" actId="478"/>
          <ac:spMkLst>
            <pc:docMk/>
            <pc:sldMk cId="0" sldId="275"/>
            <ac:spMk id="23" creationId="{5B6D7B94-8B0A-45DE-AE4E-A224A410A347}"/>
          </ac:spMkLst>
        </pc:spChg>
        <pc:spChg chg="del">
          <ac:chgData name="성현 주" userId="3840582b10c9932e" providerId="LiveId" clId="{CF362BE7-3C11-42D9-924C-C8E0D8EC0489}" dt="2020-05-11T07:24:13.749" v="1411" actId="478"/>
          <ac:spMkLst>
            <pc:docMk/>
            <pc:sldMk cId="0" sldId="275"/>
            <ac:spMk id="25" creationId="{00000000-0000-0000-0000-000000000000}"/>
          </ac:spMkLst>
        </pc:spChg>
        <pc:spChg chg="del">
          <ac:chgData name="성현 주" userId="3840582b10c9932e" providerId="LiveId" clId="{CF362BE7-3C11-42D9-924C-C8E0D8EC0489}" dt="2020-05-11T07:24:17.732" v="1413" actId="478"/>
          <ac:spMkLst>
            <pc:docMk/>
            <pc:sldMk cId="0" sldId="275"/>
            <ac:spMk id="27" creationId="{5B6D7B94-8B0A-45DE-AE4E-A224A410A347}"/>
          </ac:spMkLst>
        </pc:spChg>
        <pc:spChg chg="del">
          <ac:chgData name="성현 주" userId="3840582b10c9932e" providerId="LiveId" clId="{CF362BE7-3C11-42D9-924C-C8E0D8EC0489}" dt="2020-05-11T07:24:15.216" v="1412" actId="478"/>
          <ac:spMkLst>
            <pc:docMk/>
            <pc:sldMk cId="0" sldId="275"/>
            <ac:spMk id="29" creationId="{00000000-0000-0000-0000-000000000000}"/>
          </ac:spMkLst>
        </pc:spChg>
        <pc:picChg chg="add del">
          <ac:chgData name="성현 주" userId="3840582b10c9932e" providerId="LiveId" clId="{CF362BE7-3C11-42D9-924C-C8E0D8EC0489}" dt="2020-05-11T07:31:10.419" v="1789"/>
          <ac:picMkLst>
            <pc:docMk/>
            <pc:sldMk cId="0" sldId="275"/>
            <ac:picMk id="7" creationId="{00000000-0000-0000-0000-000000000000}"/>
          </ac:picMkLst>
        </pc:picChg>
        <pc:picChg chg="add del">
          <ac:chgData name="성현 주" userId="3840582b10c9932e" providerId="LiveId" clId="{CF362BE7-3C11-42D9-924C-C8E0D8EC0489}" dt="2020-05-11T07:31:09.835" v="1788"/>
          <ac:picMkLst>
            <pc:docMk/>
            <pc:sldMk cId="0" sldId="275"/>
            <ac:picMk id="18" creationId="{2607AC64-3A56-421D-803F-62E80B1954E4}"/>
          </ac:picMkLst>
        </pc:picChg>
      </pc:sldChg>
      <pc:sldChg chg="addSp delSp modSp del">
        <pc:chgData name="성현 주" userId="3840582b10c9932e" providerId="LiveId" clId="{CF362BE7-3C11-42D9-924C-C8E0D8EC0489}" dt="2020-05-11T05:44:08.722" v="682" actId="2696"/>
        <pc:sldMkLst>
          <pc:docMk/>
          <pc:sldMk cId="0" sldId="276"/>
        </pc:sldMkLst>
        <pc:spChg chg="add mod">
          <ac:chgData name="성현 주" userId="3840582b10c9932e" providerId="LiveId" clId="{CF362BE7-3C11-42D9-924C-C8E0D8EC0489}" dt="2020-05-11T05:29:59.644" v="236" actId="692"/>
          <ac:spMkLst>
            <pc:docMk/>
            <pc:sldMk cId="0" sldId="276"/>
            <ac:spMk id="2" creationId="{CCDCE902-816E-458F-A493-A3C5A04A945D}"/>
          </ac:spMkLst>
        </pc:spChg>
        <pc:spChg chg="del">
          <ac:chgData name="성현 주" userId="3840582b10c9932e" providerId="LiveId" clId="{CF362BE7-3C11-42D9-924C-C8E0D8EC0489}" dt="2020-05-11T05:27:19.495" v="130" actId="931"/>
          <ac:spMkLst>
            <pc:docMk/>
            <pc:sldMk cId="0" sldId="276"/>
            <ac:spMk id="6" creationId="{00000000-0000-0000-0000-000000000000}"/>
          </ac:spMkLst>
        </pc:spChg>
        <pc:spChg chg="add mod">
          <ac:chgData name="성현 주" userId="3840582b10c9932e" providerId="LiveId" clId="{CF362BE7-3C11-42D9-924C-C8E0D8EC0489}" dt="2020-05-11T05:31:28.270" v="293" actId="1076"/>
          <ac:spMkLst>
            <pc:docMk/>
            <pc:sldMk cId="0" sldId="276"/>
            <ac:spMk id="16" creationId="{8E5055C1-F35C-41FF-935C-B3A1D489294D}"/>
          </ac:spMkLst>
        </pc:spChg>
        <pc:spChg chg="add mod">
          <ac:chgData name="성현 주" userId="3840582b10c9932e" providerId="LiveId" clId="{CF362BE7-3C11-42D9-924C-C8E0D8EC0489}" dt="2020-05-11T05:34:54.233" v="477" actId="20577"/>
          <ac:spMkLst>
            <pc:docMk/>
            <pc:sldMk cId="0" sldId="276"/>
            <ac:spMk id="17" creationId="{3F05DBDD-2CC8-4DA4-A7E0-C1E80E396CD3}"/>
          </ac:spMkLst>
        </pc:spChg>
        <pc:spChg chg="add del mod">
          <ac:chgData name="성현 주" userId="3840582b10c9932e" providerId="LiveId" clId="{CF362BE7-3C11-42D9-924C-C8E0D8EC0489}" dt="2020-05-11T05:33:08.585" v="399" actId="478"/>
          <ac:spMkLst>
            <pc:docMk/>
            <pc:sldMk cId="0" sldId="276"/>
            <ac:spMk id="18" creationId="{F718030A-D60B-4E94-B34E-7D97A54194CA}"/>
          </ac:spMkLst>
        </pc:spChg>
        <pc:spChg chg="add mod">
          <ac:chgData name="성현 주" userId="3840582b10c9932e" providerId="LiveId" clId="{CF362BE7-3C11-42D9-924C-C8E0D8EC0489}" dt="2020-05-11T05:35:20.926" v="590" actId="207"/>
          <ac:spMkLst>
            <pc:docMk/>
            <pc:sldMk cId="0" sldId="276"/>
            <ac:spMk id="19" creationId="{74B05412-6075-490E-948A-DCBEB11FCA5E}"/>
          </ac:spMkLst>
        </pc:spChg>
        <pc:spChg chg="add mod">
          <ac:chgData name="성현 주" userId="3840582b10c9932e" providerId="LiveId" clId="{CF362BE7-3C11-42D9-924C-C8E0D8EC0489}" dt="2020-05-11T05:34:44.778" v="443" actId="1076"/>
          <ac:spMkLst>
            <pc:docMk/>
            <pc:sldMk cId="0" sldId="276"/>
            <ac:spMk id="20" creationId="{DCB881D4-7A06-4B5E-B7D5-79B17EC17617}"/>
          </ac:spMkLst>
        </pc:spChg>
        <pc:picChg chg="add mod">
          <ac:chgData name="성현 주" userId="3840582b10c9932e" providerId="LiveId" clId="{CF362BE7-3C11-42D9-924C-C8E0D8EC0489}" dt="2020-05-11T05:29:00.649" v="146" actId="14100"/>
          <ac:picMkLst>
            <pc:docMk/>
            <pc:sldMk cId="0" sldId="276"/>
            <ac:picMk id="5" creationId="{CF331A91-CAE7-474E-888C-A5DD7EF1C589}"/>
          </ac:picMkLst>
        </pc:picChg>
        <pc:picChg chg="mod">
          <ac:chgData name="성현 주" userId="3840582b10c9932e" providerId="LiveId" clId="{CF362BE7-3C11-42D9-924C-C8E0D8EC0489}" dt="2020-05-11T05:29:41.817" v="187" actId="1076"/>
          <ac:picMkLst>
            <pc:docMk/>
            <pc:sldMk cId="0" sldId="276"/>
            <ac:picMk id="7" creationId="{00000000-0000-0000-0000-000000000000}"/>
          </ac:picMkLst>
        </pc:picChg>
        <pc:picChg chg="add del mod">
          <ac:chgData name="성현 주" userId="3840582b10c9932e" providerId="LiveId" clId="{CF362BE7-3C11-42D9-924C-C8E0D8EC0489}" dt="2020-05-11T05:27:40.425" v="133" actId="478"/>
          <ac:picMkLst>
            <pc:docMk/>
            <pc:sldMk cId="0" sldId="276"/>
            <ac:picMk id="9" creationId="{04F83077-526C-435F-8A9A-45934F30BC6B}"/>
          </ac:picMkLst>
        </pc:picChg>
        <pc:picChg chg="add mod">
          <ac:chgData name="성현 주" userId="3840582b10c9932e" providerId="LiveId" clId="{CF362BE7-3C11-42D9-924C-C8E0D8EC0489}" dt="2020-05-11T05:29:05.088" v="149" actId="1076"/>
          <ac:picMkLst>
            <pc:docMk/>
            <pc:sldMk cId="0" sldId="276"/>
            <ac:picMk id="11" creationId="{1F5457C5-A369-4274-90C4-D36627128B34}"/>
          </ac:picMkLst>
        </pc:picChg>
        <pc:picChg chg="add mod">
          <ac:chgData name="성현 주" userId="3840582b10c9932e" providerId="LiveId" clId="{CF362BE7-3C11-42D9-924C-C8E0D8EC0489}" dt="2020-05-11T05:29:08.822" v="151" actId="14100"/>
          <ac:picMkLst>
            <pc:docMk/>
            <pc:sldMk cId="0" sldId="276"/>
            <ac:picMk id="13" creationId="{564E73DD-5B60-4697-8B4B-779B1669F9EC}"/>
          </ac:picMkLst>
        </pc:picChg>
        <pc:picChg chg="add mod">
          <ac:chgData name="성현 주" userId="3840582b10c9932e" providerId="LiveId" clId="{CF362BE7-3C11-42D9-924C-C8E0D8EC0489}" dt="2020-05-11T05:29:13.739" v="153" actId="14100"/>
          <ac:picMkLst>
            <pc:docMk/>
            <pc:sldMk cId="0" sldId="276"/>
            <ac:picMk id="15" creationId="{C596637C-995B-4752-A08D-B582D6B949CE}"/>
          </ac:picMkLst>
        </pc:picChg>
      </pc:sldChg>
      <pc:sldChg chg="addSp delSp modSp add modAnim">
        <pc:chgData name="성현 주" userId="3840582b10c9932e" providerId="LiveId" clId="{CF362BE7-3C11-42D9-924C-C8E0D8EC0489}" dt="2020-05-11T05:43:27.150" v="681"/>
        <pc:sldMkLst>
          <pc:docMk/>
          <pc:sldMk cId="429810950" sldId="277"/>
        </pc:sldMkLst>
        <pc:spChg chg="add mod">
          <ac:chgData name="성현 주" userId="3840582b10c9932e" providerId="LiveId" clId="{CF362BE7-3C11-42D9-924C-C8E0D8EC0489}" dt="2020-05-11T05:37:56.789" v="636" actId="207"/>
          <ac:spMkLst>
            <pc:docMk/>
            <pc:sldMk cId="429810950" sldId="277"/>
            <ac:spMk id="3" creationId="{951CA2A2-41E9-43A0-9F63-50DC4A3E4186}"/>
          </ac:spMkLst>
        </pc:spChg>
        <pc:spChg chg="mod">
          <ac:chgData name="성현 주" userId="3840582b10c9932e" providerId="LiveId" clId="{CF362BE7-3C11-42D9-924C-C8E0D8EC0489}" dt="2020-05-11T05:36:56.009" v="609" actId="20577"/>
          <ac:spMkLst>
            <pc:docMk/>
            <pc:sldMk cId="429810950" sldId="277"/>
            <ac:spMk id="4" creationId="{00000000-0000-0000-0000-000000000000}"/>
          </ac:spMkLst>
        </pc:spChg>
        <pc:spChg chg="add mod">
          <ac:chgData name="성현 주" userId="3840582b10c9932e" providerId="LiveId" clId="{CF362BE7-3C11-42D9-924C-C8E0D8EC0489}" dt="2020-05-11T05:38:18.721" v="640" actId="207"/>
          <ac:spMkLst>
            <pc:docMk/>
            <pc:sldMk cId="429810950" sldId="277"/>
            <ac:spMk id="14" creationId="{4496F950-AE98-4C1E-957A-7A723E6FD10B}"/>
          </ac:spMkLst>
        </pc:spChg>
        <pc:spChg chg="mod">
          <ac:chgData name="성현 주" userId="3840582b10c9932e" providerId="LiveId" clId="{CF362BE7-3C11-42D9-924C-C8E0D8EC0489}" dt="2020-05-11T05:37:54.328" v="635" actId="207"/>
          <ac:spMkLst>
            <pc:docMk/>
            <pc:sldMk cId="429810950" sldId="277"/>
            <ac:spMk id="16" creationId="{8E5055C1-F35C-41FF-935C-B3A1D489294D}"/>
          </ac:spMkLst>
        </pc:spChg>
        <pc:spChg chg="mod">
          <ac:chgData name="성현 주" userId="3840582b10c9932e" providerId="LiveId" clId="{CF362BE7-3C11-42D9-924C-C8E0D8EC0489}" dt="2020-05-11T05:38:00.766" v="637" actId="207"/>
          <ac:spMkLst>
            <pc:docMk/>
            <pc:sldMk cId="429810950" sldId="277"/>
            <ac:spMk id="17" creationId="{3F05DBDD-2CC8-4DA4-A7E0-C1E80E396CD3}"/>
          </ac:spMkLst>
        </pc:spChg>
        <pc:spChg chg="mod">
          <ac:chgData name="성현 주" userId="3840582b10c9932e" providerId="LiveId" clId="{CF362BE7-3C11-42D9-924C-C8E0D8EC0489}" dt="2020-05-11T05:36:25.641" v="597" actId="207"/>
          <ac:spMkLst>
            <pc:docMk/>
            <pc:sldMk cId="429810950" sldId="277"/>
            <ac:spMk id="19" creationId="{74B05412-6075-490E-948A-DCBEB11FCA5E}"/>
          </ac:spMkLst>
        </pc:spChg>
        <pc:spChg chg="add del mod">
          <ac:chgData name="성현 주" userId="3840582b10c9932e" providerId="LiveId" clId="{CF362BE7-3C11-42D9-924C-C8E0D8EC0489}" dt="2020-05-11T05:43:23.825" v="680" actId="478"/>
          <ac:spMkLst>
            <pc:docMk/>
            <pc:sldMk cId="429810950" sldId="277"/>
            <ac:spMk id="21" creationId="{B5E65C0A-C1EE-4192-9B79-C5D0F8ADD3BE}"/>
          </ac:spMkLst>
        </pc:spChg>
        <pc:spChg chg="add mod">
          <ac:chgData name="성현 주" userId="3840582b10c9932e" providerId="LiveId" clId="{CF362BE7-3C11-42D9-924C-C8E0D8EC0489}" dt="2020-05-11T05:43:21.273" v="679" actId="1076"/>
          <ac:spMkLst>
            <pc:docMk/>
            <pc:sldMk cId="429810950" sldId="277"/>
            <ac:spMk id="22" creationId="{591016C8-F735-41D2-B35A-A72D1A762DDC}"/>
          </ac:spMkLst>
        </pc:spChg>
        <pc:picChg chg="mod">
          <ac:chgData name="성현 주" userId="3840582b10c9932e" providerId="LiveId" clId="{CF362BE7-3C11-42D9-924C-C8E0D8EC0489}" dt="2020-05-11T05:37:32.088" v="633" actId="1076"/>
          <ac:picMkLst>
            <pc:docMk/>
            <pc:sldMk cId="429810950" sldId="277"/>
            <ac:picMk id="5" creationId="{CF331A91-CAE7-474E-888C-A5DD7EF1C589}"/>
          </ac:picMkLst>
        </pc:picChg>
        <pc:picChg chg="add del mod">
          <ac:chgData name="성현 주" userId="3840582b10c9932e" providerId="LiveId" clId="{CF362BE7-3C11-42D9-924C-C8E0D8EC0489}" dt="2020-05-11T05:38:55.504" v="645" actId="478"/>
          <ac:picMkLst>
            <pc:docMk/>
            <pc:sldMk cId="429810950" sldId="277"/>
            <ac:picMk id="8" creationId="{C7F69CAC-1BA0-4CD2-8EC0-D844E73F722F}"/>
          </ac:picMkLst>
        </pc:picChg>
        <pc:picChg chg="add del mod">
          <ac:chgData name="성현 주" userId="3840582b10c9932e" providerId="LiveId" clId="{CF362BE7-3C11-42D9-924C-C8E0D8EC0489}" dt="2020-05-11T05:41:41.832" v="657" actId="478"/>
          <ac:picMkLst>
            <pc:docMk/>
            <pc:sldMk cId="429810950" sldId="277"/>
            <ac:picMk id="10" creationId="{0C1CD333-E85A-4465-89F2-877F8DE73FA1}"/>
          </ac:picMkLst>
        </pc:picChg>
        <pc:picChg chg="mod">
          <ac:chgData name="성현 주" userId="3840582b10c9932e" providerId="LiveId" clId="{CF362BE7-3C11-42D9-924C-C8E0D8EC0489}" dt="2020-05-11T05:37:27.607" v="631" actId="1076"/>
          <ac:picMkLst>
            <pc:docMk/>
            <pc:sldMk cId="429810950" sldId="277"/>
            <ac:picMk id="11" creationId="{1F5457C5-A369-4274-90C4-D36627128B34}"/>
          </ac:picMkLst>
        </pc:picChg>
        <pc:picChg chg="del">
          <ac:chgData name="성현 주" userId="3840582b10c9932e" providerId="LiveId" clId="{CF362BE7-3C11-42D9-924C-C8E0D8EC0489}" dt="2020-05-11T05:35:54.447" v="592" actId="478"/>
          <ac:picMkLst>
            <pc:docMk/>
            <pc:sldMk cId="429810950" sldId="277"/>
            <ac:picMk id="13" creationId="{564E73DD-5B60-4697-8B4B-779B1669F9EC}"/>
          </ac:picMkLst>
        </pc:picChg>
        <pc:picChg chg="del">
          <ac:chgData name="성현 주" userId="3840582b10c9932e" providerId="LiveId" clId="{CF362BE7-3C11-42D9-924C-C8E0D8EC0489}" dt="2020-05-11T05:35:55.815" v="593" actId="478"/>
          <ac:picMkLst>
            <pc:docMk/>
            <pc:sldMk cId="429810950" sldId="277"/>
            <ac:picMk id="15" creationId="{C596637C-995B-4752-A08D-B582D6B949CE}"/>
          </ac:picMkLst>
        </pc:picChg>
        <pc:picChg chg="add mod">
          <ac:chgData name="성현 주" userId="3840582b10c9932e" providerId="LiveId" clId="{CF362BE7-3C11-42D9-924C-C8E0D8EC0489}" dt="2020-05-11T05:43:16.441" v="678" actId="1076"/>
          <ac:picMkLst>
            <pc:docMk/>
            <pc:sldMk cId="429810950" sldId="277"/>
            <ac:picMk id="18" creationId="{E078F3F2-8322-42E0-8310-C345A1D4DFF2}"/>
          </ac:picMkLst>
        </pc:picChg>
      </pc:sldChg>
      <pc:sldChg chg="addSp delSp modSp add delAnim modAnim">
        <pc:chgData name="성현 주" userId="3840582b10c9932e" providerId="LiveId" clId="{CF362BE7-3C11-42D9-924C-C8E0D8EC0489}" dt="2020-05-11T05:58:27.663" v="950" actId="478"/>
        <pc:sldMkLst>
          <pc:docMk/>
          <pc:sldMk cId="1513548729" sldId="278"/>
        </pc:sldMkLst>
        <pc:spChg chg="mod">
          <ac:chgData name="성현 주" userId="3840582b10c9932e" providerId="LiveId" clId="{CF362BE7-3C11-42D9-924C-C8E0D8EC0489}" dt="2020-05-11T05:47:50.820" v="692" actId="14100"/>
          <ac:spMkLst>
            <pc:docMk/>
            <pc:sldMk cId="1513548729" sldId="278"/>
            <ac:spMk id="2" creationId="{CCDCE902-816E-458F-A493-A3C5A04A945D}"/>
          </ac:spMkLst>
        </pc:spChg>
        <pc:spChg chg="mod">
          <ac:chgData name="성현 주" userId="3840582b10c9932e" providerId="LiveId" clId="{CF362BE7-3C11-42D9-924C-C8E0D8EC0489}" dt="2020-05-11T05:47:58.232" v="703"/>
          <ac:spMkLst>
            <pc:docMk/>
            <pc:sldMk cId="1513548729" sldId="278"/>
            <ac:spMk id="3" creationId="{951CA2A2-41E9-43A0-9F63-50DC4A3E4186}"/>
          </ac:spMkLst>
        </pc:spChg>
        <pc:spChg chg="add del mod">
          <ac:chgData name="성현 주" userId="3840582b10c9932e" providerId="LiveId" clId="{CF362BE7-3C11-42D9-924C-C8E0D8EC0489}" dt="2020-05-11T05:50:51.115" v="704" actId="931"/>
          <ac:spMkLst>
            <pc:docMk/>
            <pc:sldMk cId="1513548729" sldId="278"/>
            <ac:spMk id="8" creationId="{8E8093C4-0CE2-41F0-9A98-A3B537FEDE5C}"/>
          </ac:spMkLst>
        </pc:spChg>
        <pc:spChg chg="del mod">
          <ac:chgData name="성현 주" userId="3840582b10c9932e" providerId="LiveId" clId="{CF362BE7-3C11-42D9-924C-C8E0D8EC0489}" dt="2020-05-11T05:58:27.663" v="950" actId="478"/>
          <ac:spMkLst>
            <pc:docMk/>
            <pc:sldMk cId="1513548729" sldId="278"/>
            <ac:spMk id="14" creationId="{4496F950-AE98-4C1E-957A-7A723E6FD10B}"/>
          </ac:spMkLst>
        </pc:spChg>
        <pc:spChg chg="mod">
          <ac:chgData name="성현 주" userId="3840582b10c9932e" providerId="LiveId" clId="{CF362BE7-3C11-42D9-924C-C8E0D8EC0489}" dt="2020-05-11T05:57:09.765" v="850" actId="1076"/>
          <ac:spMkLst>
            <pc:docMk/>
            <pc:sldMk cId="1513548729" sldId="278"/>
            <ac:spMk id="16" creationId="{8E5055C1-F35C-41FF-935C-B3A1D489294D}"/>
          </ac:spMkLst>
        </pc:spChg>
        <pc:spChg chg="del">
          <ac:chgData name="성현 주" userId="3840582b10c9932e" providerId="LiveId" clId="{CF362BE7-3C11-42D9-924C-C8E0D8EC0489}" dt="2020-05-11T05:57:05.128" v="849" actId="478"/>
          <ac:spMkLst>
            <pc:docMk/>
            <pc:sldMk cId="1513548729" sldId="278"/>
            <ac:spMk id="17" creationId="{3F05DBDD-2CC8-4DA4-A7E0-C1E80E396CD3}"/>
          </ac:spMkLst>
        </pc:spChg>
        <pc:spChg chg="del">
          <ac:chgData name="성현 주" userId="3840582b10c9932e" providerId="LiveId" clId="{CF362BE7-3C11-42D9-924C-C8E0D8EC0489}" dt="2020-05-11T05:46:55.472" v="687" actId="478"/>
          <ac:spMkLst>
            <pc:docMk/>
            <pc:sldMk cId="1513548729" sldId="278"/>
            <ac:spMk id="19" creationId="{74B05412-6075-490E-948A-DCBEB11FCA5E}"/>
          </ac:spMkLst>
        </pc:spChg>
        <pc:spChg chg="del mod">
          <ac:chgData name="성현 주" userId="3840582b10c9932e" providerId="LiveId" clId="{CF362BE7-3C11-42D9-924C-C8E0D8EC0489}" dt="2020-05-11T05:56:29.944" v="811" actId="478"/>
          <ac:spMkLst>
            <pc:docMk/>
            <pc:sldMk cId="1513548729" sldId="278"/>
            <ac:spMk id="20" creationId="{DCB881D4-7A06-4B5E-B7D5-79B17EC17617}"/>
          </ac:spMkLst>
        </pc:spChg>
        <pc:spChg chg="del">
          <ac:chgData name="성현 주" userId="3840582b10c9932e" providerId="LiveId" clId="{CF362BE7-3C11-42D9-924C-C8E0D8EC0489}" dt="2020-05-11T05:44:34.673" v="685" actId="478"/>
          <ac:spMkLst>
            <pc:docMk/>
            <pc:sldMk cId="1513548729" sldId="278"/>
            <ac:spMk id="22" creationId="{591016C8-F735-41D2-B35A-A72D1A762DDC}"/>
          </ac:spMkLst>
        </pc:spChg>
        <pc:spChg chg="add mod">
          <ac:chgData name="성현 주" userId="3840582b10c9932e" providerId="LiveId" clId="{CF362BE7-3C11-42D9-924C-C8E0D8EC0489}" dt="2020-05-11T05:53:01.188" v="725" actId="1076"/>
          <ac:spMkLst>
            <pc:docMk/>
            <pc:sldMk cId="1513548729" sldId="278"/>
            <ac:spMk id="23" creationId="{49BA509B-371E-4661-BD51-BC2E57690255}"/>
          </ac:spMkLst>
        </pc:spChg>
        <pc:spChg chg="add del">
          <ac:chgData name="성현 주" userId="3840582b10c9932e" providerId="LiveId" clId="{CF362BE7-3C11-42D9-924C-C8E0D8EC0489}" dt="2020-05-11T05:54:37.463" v="732"/>
          <ac:spMkLst>
            <pc:docMk/>
            <pc:sldMk cId="1513548729" sldId="278"/>
            <ac:spMk id="24" creationId="{10FFF3FC-1287-4D6D-A5C3-EAD1EBEDB3BC}"/>
          </ac:spMkLst>
        </pc:spChg>
        <pc:spChg chg="add mod">
          <ac:chgData name="성현 주" userId="3840582b10c9932e" providerId="LiveId" clId="{CF362BE7-3C11-42D9-924C-C8E0D8EC0489}" dt="2020-05-11T05:55:12.473" v="737" actId="207"/>
          <ac:spMkLst>
            <pc:docMk/>
            <pc:sldMk cId="1513548729" sldId="278"/>
            <ac:spMk id="25" creationId="{FBD4102D-3FAD-4AC4-B1D4-EFCCAECAF893}"/>
          </ac:spMkLst>
        </pc:spChg>
        <pc:spChg chg="add mod">
          <ac:chgData name="성현 주" userId="3840582b10c9932e" providerId="LiveId" clId="{CF362BE7-3C11-42D9-924C-C8E0D8EC0489}" dt="2020-05-11T05:57:28.120" v="869" actId="1076"/>
          <ac:spMkLst>
            <pc:docMk/>
            <pc:sldMk cId="1513548729" sldId="278"/>
            <ac:spMk id="26" creationId="{C2A1BDC6-4A90-4529-97AA-08787805ACD8}"/>
          </ac:spMkLst>
        </pc:spChg>
        <pc:spChg chg="add mod">
          <ac:chgData name="성현 주" userId="3840582b10c9932e" providerId="LiveId" clId="{CF362BE7-3C11-42D9-924C-C8E0D8EC0489}" dt="2020-05-11T05:58:22.767" v="946" actId="1076"/>
          <ac:spMkLst>
            <pc:docMk/>
            <pc:sldMk cId="1513548729" sldId="278"/>
            <ac:spMk id="27" creationId="{5222A440-0718-4209-B271-1BD8CB4D4812}"/>
          </ac:spMkLst>
        </pc:spChg>
        <pc:picChg chg="del">
          <ac:chgData name="성현 주" userId="3840582b10c9932e" providerId="LiveId" clId="{CF362BE7-3C11-42D9-924C-C8E0D8EC0489}" dt="2020-05-11T05:44:37.418" v="686" actId="478"/>
          <ac:picMkLst>
            <pc:docMk/>
            <pc:sldMk cId="1513548729" sldId="278"/>
            <ac:picMk id="5" creationId="{CF331A91-CAE7-474E-888C-A5DD7EF1C589}"/>
          </ac:picMkLst>
        </pc:picChg>
        <pc:picChg chg="add mod">
          <ac:chgData name="성현 주" userId="3840582b10c9932e" providerId="LiveId" clId="{CF362BE7-3C11-42D9-924C-C8E0D8EC0489}" dt="2020-05-11T05:50:56.251" v="705" actId="1076"/>
          <ac:picMkLst>
            <pc:docMk/>
            <pc:sldMk cId="1513548729" sldId="278"/>
            <ac:picMk id="10" creationId="{6969AF0D-AE26-4FEB-AC23-3EC2050EF7CF}"/>
          </ac:picMkLst>
        </pc:picChg>
        <pc:picChg chg="del">
          <ac:chgData name="성현 주" userId="3840582b10c9932e" providerId="LiveId" clId="{CF362BE7-3C11-42D9-924C-C8E0D8EC0489}" dt="2020-05-11T05:50:58.271" v="706" actId="478"/>
          <ac:picMkLst>
            <pc:docMk/>
            <pc:sldMk cId="1513548729" sldId="278"/>
            <ac:picMk id="11" creationId="{1F5457C5-A369-4274-90C4-D36627128B34}"/>
          </ac:picMkLst>
        </pc:picChg>
        <pc:picChg chg="add mod">
          <ac:chgData name="성현 주" userId="3840582b10c9932e" providerId="LiveId" clId="{CF362BE7-3C11-42D9-924C-C8E0D8EC0489}" dt="2020-05-11T05:51:17.928" v="711" actId="14100"/>
          <ac:picMkLst>
            <pc:docMk/>
            <pc:sldMk cId="1513548729" sldId="278"/>
            <ac:picMk id="13" creationId="{ADE6245F-AB43-49D0-8046-679E4744B90F}"/>
          </ac:picMkLst>
        </pc:picChg>
        <pc:picChg chg="del">
          <ac:chgData name="성현 주" userId="3840582b10c9932e" providerId="LiveId" clId="{CF362BE7-3C11-42D9-924C-C8E0D8EC0489}" dt="2020-05-11T05:44:26.953" v="684" actId="478"/>
          <ac:picMkLst>
            <pc:docMk/>
            <pc:sldMk cId="1513548729" sldId="278"/>
            <ac:picMk id="18" creationId="{E078F3F2-8322-42E0-8310-C345A1D4DFF2}"/>
          </ac:picMkLst>
        </pc:picChg>
        <pc:picChg chg="add mod">
          <ac:chgData name="성현 주" userId="3840582b10c9932e" providerId="LiveId" clId="{CF362BE7-3C11-42D9-924C-C8E0D8EC0489}" dt="2020-05-11T05:55:21.991" v="738" actId="1076"/>
          <ac:picMkLst>
            <pc:docMk/>
            <pc:sldMk cId="1513548729" sldId="278"/>
            <ac:picMk id="21" creationId="{21A0F1F2-1852-4A7C-934E-38A8294E46B3}"/>
          </ac:picMkLst>
        </pc:picChg>
      </pc:sldChg>
      <pc:sldChg chg="addSp delSp modSp add addAnim delAnim modAnim">
        <pc:chgData name="성현 주" userId="3840582b10c9932e" providerId="LiveId" clId="{CF362BE7-3C11-42D9-924C-C8E0D8EC0489}" dt="2020-05-11T07:23:33.897" v="1404" actId="1076"/>
        <pc:sldMkLst>
          <pc:docMk/>
          <pc:sldMk cId="3373791191" sldId="279"/>
        </pc:sldMkLst>
        <pc:spChg chg="del">
          <ac:chgData name="성현 주" userId="3840582b10c9932e" providerId="LiveId" clId="{CF362BE7-3C11-42D9-924C-C8E0D8EC0489}" dt="2020-05-11T06:00:14.471" v="967" actId="478"/>
          <ac:spMkLst>
            <pc:docMk/>
            <pc:sldMk cId="3373791191" sldId="279"/>
            <ac:spMk id="2" creationId="{CCDCE902-816E-458F-A493-A3C5A04A945D}"/>
          </ac:spMkLst>
        </pc:spChg>
        <pc:spChg chg="del mod">
          <ac:chgData name="성현 주" userId="3840582b10c9932e" providerId="LiveId" clId="{CF362BE7-3C11-42D9-924C-C8E0D8EC0489}" dt="2020-05-11T05:59:51.871" v="961" actId="478"/>
          <ac:spMkLst>
            <pc:docMk/>
            <pc:sldMk cId="3373791191" sldId="279"/>
            <ac:spMk id="3" creationId="{951CA2A2-41E9-43A0-9F63-50DC4A3E4186}"/>
          </ac:spMkLst>
        </pc:spChg>
        <pc:spChg chg="add del mod">
          <ac:chgData name="성현 주" userId="3840582b10c9932e" providerId="LiveId" clId="{CF362BE7-3C11-42D9-924C-C8E0D8EC0489}" dt="2020-05-11T05:59:53.975" v="962" actId="478"/>
          <ac:spMkLst>
            <pc:docMk/>
            <pc:sldMk cId="3373791191" sldId="279"/>
            <ac:spMk id="6" creationId="{77993907-BD1E-4CDC-998B-DD2F44CE0631}"/>
          </ac:spMkLst>
        </pc:spChg>
        <pc:spChg chg="mod">
          <ac:chgData name="성현 주" userId="3840582b10c9932e" providerId="LiveId" clId="{CF362BE7-3C11-42D9-924C-C8E0D8EC0489}" dt="2020-05-11T06:16:26.118" v="1229" actId="20577"/>
          <ac:spMkLst>
            <pc:docMk/>
            <pc:sldMk cId="3373791191" sldId="279"/>
            <ac:spMk id="16" creationId="{8E5055C1-F35C-41FF-935C-B3A1D489294D}"/>
          </ac:spMkLst>
        </pc:spChg>
        <pc:spChg chg="add del mod">
          <ac:chgData name="성현 주" userId="3840582b10c9932e" providerId="LiveId" clId="{CF362BE7-3C11-42D9-924C-C8E0D8EC0489}" dt="2020-05-11T06:02:29.408" v="982" actId="478"/>
          <ac:spMkLst>
            <pc:docMk/>
            <pc:sldMk cId="3373791191" sldId="279"/>
            <ac:spMk id="19" creationId="{55E5A8C0-E21F-461B-9BD1-75DC24EF71ED}"/>
          </ac:spMkLst>
        </pc:spChg>
        <pc:spChg chg="add del mod">
          <ac:chgData name="성현 주" userId="3840582b10c9932e" providerId="LiveId" clId="{CF362BE7-3C11-42D9-924C-C8E0D8EC0489}" dt="2020-05-11T06:02:30.880" v="983" actId="478"/>
          <ac:spMkLst>
            <pc:docMk/>
            <pc:sldMk cId="3373791191" sldId="279"/>
            <ac:spMk id="20" creationId="{8A30C36C-6163-4D68-8673-A23F092AFE9F}"/>
          </ac:spMkLst>
        </pc:spChg>
        <pc:spChg chg="mod">
          <ac:chgData name="성현 주" userId="3840582b10c9932e" providerId="LiveId" clId="{CF362BE7-3C11-42D9-924C-C8E0D8EC0489}" dt="2020-05-11T05:59:30.287" v="955" actId="1076"/>
          <ac:spMkLst>
            <pc:docMk/>
            <pc:sldMk cId="3373791191" sldId="279"/>
            <ac:spMk id="23" creationId="{49BA509B-371E-4661-BD51-BC2E57690255}"/>
          </ac:spMkLst>
        </pc:spChg>
        <pc:spChg chg="mod">
          <ac:chgData name="성현 주" userId="3840582b10c9932e" providerId="LiveId" clId="{CF362BE7-3C11-42D9-924C-C8E0D8EC0489}" dt="2020-05-11T06:00:52.918" v="974" actId="1076"/>
          <ac:spMkLst>
            <pc:docMk/>
            <pc:sldMk cId="3373791191" sldId="279"/>
            <ac:spMk id="25" creationId="{FBD4102D-3FAD-4AC4-B1D4-EFCCAECAF893}"/>
          </ac:spMkLst>
        </pc:spChg>
        <pc:spChg chg="mod">
          <ac:chgData name="성현 주" userId="3840582b10c9932e" providerId="LiveId" clId="{CF362BE7-3C11-42D9-924C-C8E0D8EC0489}" dt="2020-05-11T06:16:36.954" v="1231" actId="1076"/>
          <ac:spMkLst>
            <pc:docMk/>
            <pc:sldMk cId="3373791191" sldId="279"/>
            <ac:spMk id="26" creationId="{C2A1BDC6-4A90-4529-97AA-08787805ACD8}"/>
          </ac:spMkLst>
        </pc:spChg>
        <pc:spChg chg="mod">
          <ac:chgData name="성현 주" userId="3840582b10c9932e" providerId="LiveId" clId="{CF362BE7-3C11-42D9-924C-C8E0D8EC0489}" dt="2020-05-11T06:17:15.575" v="1344" actId="20577"/>
          <ac:spMkLst>
            <pc:docMk/>
            <pc:sldMk cId="3373791191" sldId="279"/>
            <ac:spMk id="27" creationId="{5222A440-0718-4209-B271-1BD8CB4D4812}"/>
          </ac:spMkLst>
        </pc:spChg>
        <pc:spChg chg="add del mod">
          <ac:chgData name="성현 주" userId="3840582b10c9932e" providerId="LiveId" clId="{CF362BE7-3C11-42D9-924C-C8E0D8EC0489}" dt="2020-05-11T06:13:46.359" v="1038" actId="478"/>
          <ac:spMkLst>
            <pc:docMk/>
            <pc:sldMk cId="3373791191" sldId="279"/>
            <ac:spMk id="28" creationId="{08B6A020-2451-4798-8CD5-CE59DCA4A244}"/>
          </ac:spMkLst>
        </pc:spChg>
        <pc:spChg chg="add del mod">
          <ac:chgData name="성현 주" userId="3840582b10c9932e" providerId="LiveId" clId="{CF362BE7-3C11-42D9-924C-C8E0D8EC0489}" dt="2020-05-11T06:13:47.647" v="1039" actId="478"/>
          <ac:spMkLst>
            <pc:docMk/>
            <pc:sldMk cId="3373791191" sldId="279"/>
            <ac:spMk id="29" creationId="{36CBD13E-B909-444C-B5BE-474D8E9077CC}"/>
          </ac:spMkLst>
        </pc:spChg>
        <pc:spChg chg="add mod">
          <ac:chgData name="성현 주" userId="3840582b10c9932e" providerId="LiveId" clId="{CF362BE7-3C11-42D9-924C-C8E0D8EC0489}" dt="2020-05-11T06:17:19.959" v="1345" actId="1076"/>
          <ac:spMkLst>
            <pc:docMk/>
            <pc:sldMk cId="3373791191" sldId="279"/>
            <ac:spMk id="31" creationId="{12B2DB38-EB67-4BCE-A4D1-C0AF3564E2C7}"/>
          </ac:spMkLst>
        </pc:spChg>
        <pc:spChg chg="add del mod">
          <ac:chgData name="성현 주" userId="3840582b10c9932e" providerId="LiveId" clId="{CF362BE7-3C11-42D9-924C-C8E0D8EC0489}" dt="2020-05-11T06:19:54.116" v="1369" actId="478"/>
          <ac:spMkLst>
            <pc:docMk/>
            <pc:sldMk cId="3373791191" sldId="279"/>
            <ac:spMk id="34" creationId="{52817752-F0A2-40C2-8ACF-3CD0A0F08499}"/>
          </ac:spMkLst>
        </pc:spChg>
        <pc:picChg chg="add del">
          <ac:chgData name="성현 주" userId="3840582b10c9932e" providerId="LiveId" clId="{CF362BE7-3C11-42D9-924C-C8E0D8EC0489}" dt="2020-05-11T06:19:54.116" v="1369" actId="478"/>
          <ac:picMkLst>
            <pc:docMk/>
            <pc:sldMk cId="3373791191" sldId="279"/>
            <ac:picMk id="7" creationId="{00000000-0000-0000-0000-000000000000}"/>
          </ac:picMkLst>
        </pc:picChg>
        <pc:picChg chg="add mod">
          <ac:chgData name="성현 주" userId="3840582b10c9932e" providerId="LiveId" clId="{CF362BE7-3C11-42D9-924C-C8E0D8EC0489}" dt="2020-05-11T06:15:53.791" v="1171" actId="1076"/>
          <ac:picMkLst>
            <pc:docMk/>
            <pc:sldMk cId="3373791191" sldId="279"/>
            <ac:picMk id="9" creationId="{5D41C714-1008-4561-A053-89BCC25F2A9B}"/>
          </ac:picMkLst>
        </pc:picChg>
        <pc:picChg chg="del">
          <ac:chgData name="성현 주" userId="3840582b10c9932e" providerId="LiveId" clId="{CF362BE7-3C11-42D9-924C-C8E0D8EC0489}" dt="2020-05-11T05:59:35.697" v="956" actId="478"/>
          <ac:picMkLst>
            <pc:docMk/>
            <pc:sldMk cId="3373791191" sldId="279"/>
            <ac:picMk id="10" creationId="{6969AF0D-AE26-4FEB-AC23-3EC2050EF7CF}"/>
          </ac:picMkLst>
        </pc:picChg>
        <pc:picChg chg="add mod ord">
          <ac:chgData name="성현 주" userId="3840582b10c9932e" providerId="LiveId" clId="{CF362BE7-3C11-42D9-924C-C8E0D8EC0489}" dt="2020-05-11T07:23:33.897" v="1404" actId="1076"/>
          <ac:picMkLst>
            <pc:docMk/>
            <pc:sldMk cId="3373791191" sldId="279"/>
            <ac:picMk id="12" creationId="{BCA9C2BD-7063-49FD-B862-CF65AF1EBEEB}"/>
          </ac:picMkLst>
        </pc:picChg>
        <pc:picChg chg="del">
          <ac:chgData name="성현 주" userId="3840582b10c9932e" providerId="LiveId" clId="{CF362BE7-3C11-42D9-924C-C8E0D8EC0489}" dt="2020-05-11T05:59:56.806" v="963" actId="478"/>
          <ac:picMkLst>
            <pc:docMk/>
            <pc:sldMk cId="3373791191" sldId="279"/>
            <ac:picMk id="13" creationId="{ADE6245F-AB43-49D0-8046-679E4744B90F}"/>
          </ac:picMkLst>
        </pc:picChg>
        <pc:picChg chg="add del mod">
          <ac:chgData name="성현 주" userId="3840582b10c9932e" providerId="LiveId" clId="{CF362BE7-3C11-42D9-924C-C8E0D8EC0489}" dt="2020-05-11T06:13:44.078" v="1037" actId="478"/>
          <ac:picMkLst>
            <pc:docMk/>
            <pc:sldMk cId="3373791191" sldId="279"/>
            <ac:picMk id="15" creationId="{1DCAED7C-1D5C-4678-9C97-933576E67D16}"/>
          </ac:picMkLst>
        </pc:picChg>
        <pc:picChg chg="add del mod">
          <ac:chgData name="성현 주" userId="3840582b10c9932e" providerId="LiveId" clId="{CF362BE7-3C11-42D9-924C-C8E0D8EC0489}" dt="2020-05-11T06:02:27.766" v="981" actId="478"/>
          <ac:picMkLst>
            <pc:docMk/>
            <pc:sldMk cId="3373791191" sldId="279"/>
            <ac:picMk id="18" creationId="{20B26DD0-8D8B-4EB7-A4F0-A4B91BDE824E}"/>
          </ac:picMkLst>
        </pc:picChg>
        <pc:picChg chg="del mod">
          <ac:chgData name="성현 주" userId="3840582b10c9932e" providerId="LiveId" clId="{CF362BE7-3C11-42D9-924C-C8E0D8EC0489}" dt="2020-05-11T05:59:23.537" v="953" actId="478"/>
          <ac:picMkLst>
            <pc:docMk/>
            <pc:sldMk cId="3373791191" sldId="279"/>
            <ac:picMk id="21" creationId="{21A0F1F2-1852-4A7C-934E-38A8294E46B3}"/>
          </ac:picMkLst>
        </pc:picChg>
        <pc:picChg chg="add mod">
          <ac:chgData name="성현 주" userId="3840582b10c9932e" providerId="LiveId" clId="{CF362BE7-3C11-42D9-924C-C8E0D8EC0489}" dt="2020-05-11T07:22:58.653" v="1399" actId="1076"/>
          <ac:picMkLst>
            <pc:docMk/>
            <pc:sldMk cId="3373791191" sldId="279"/>
            <ac:picMk id="22" creationId="{AA22FFEA-CACB-41B8-83A5-FEAD995E8675}"/>
          </ac:picMkLst>
        </pc:picChg>
        <pc:picChg chg="add mod">
          <ac:chgData name="성현 주" userId="3840582b10c9932e" providerId="LiveId" clId="{CF362BE7-3C11-42D9-924C-C8E0D8EC0489}" dt="2020-05-11T06:16:03.964" v="1175" actId="1076"/>
          <ac:picMkLst>
            <pc:docMk/>
            <pc:sldMk cId="3373791191" sldId="279"/>
            <ac:picMk id="30" creationId="{69DEFA8D-82A7-4C77-8DC6-58862929D430}"/>
          </ac:picMkLst>
        </pc:picChg>
        <pc:picChg chg="add del mod">
          <ac:chgData name="성현 주" userId="3840582b10c9932e" providerId="LiveId" clId="{CF362BE7-3C11-42D9-924C-C8E0D8EC0489}" dt="2020-05-11T06:18:37.158" v="1348" actId="478"/>
          <ac:picMkLst>
            <pc:docMk/>
            <pc:sldMk cId="3373791191" sldId="279"/>
            <ac:picMk id="32" creationId="{FF48EB66-A733-496E-BF0C-CCE8835F1CA2}"/>
          </ac:picMkLst>
        </pc:picChg>
      </pc:sldChg>
      <pc:sldChg chg="addSp delSp modSp add delAnim">
        <pc:chgData name="성현 주" userId="3840582b10c9932e" providerId="LiveId" clId="{CF362BE7-3C11-42D9-924C-C8E0D8EC0489}" dt="2020-05-11T07:40:01.107" v="2119" actId="20577"/>
        <pc:sldMkLst>
          <pc:docMk/>
          <pc:sldMk cId="665266568" sldId="280"/>
        </pc:sldMkLst>
        <pc:spChg chg="add del mod">
          <ac:chgData name="성현 주" userId="3840582b10c9932e" providerId="LiveId" clId="{CF362BE7-3C11-42D9-924C-C8E0D8EC0489}" dt="2020-05-11T07:31:51.865" v="1800" actId="478"/>
          <ac:spMkLst>
            <pc:docMk/>
            <pc:sldMk cId="665266568" sldId="280"/>
            <ac:spMk id="3" creationId="{CBBAD7B2-3C34-4DE3-AE1B-C18D91271B3B}"/>
          </ac:spMkLst>
        </pc:spChg>
        <pc:spChg chg="add mod">
          <ac:chgData name="성현 주" userId="3840582b10c9932e" providerId="LiveId" clId="{CF362BE7-3C11-42D9-924C-C8E0D8EC0489}" dt="2020-05-11T07:34:21.803" v="1808" actId="1076"/>
          <ac:spMkLst>
            <pc:docMk/>
            <pc:sldMk cId="665266568" sldId="280"/>
            <ac:spMk id="5" creationId="{758E28E1-69D9-4A29-80A5-B6EA1AD092DF}"/>
          </ac:spMkLst>
        </pc:spChg>
        <pc:spChg chg="mod">
          <ac:chgData name="성현 주" userId="3840582b10c9932e" providerId="LiveId" clId="{CF362BE7-3C11-42D9-924C-C8E0D8EC0489}" dt="2020-05-11T07:40:01.107" v="2119" actId="20577"/>
          <ac:spMkLst>
            <pc:docMk/>
            <pc:sldMk cId="665266568" sldId="280"/>
            <ac:spMk id="16" creationId="{8E5055C1-F35C-41FF-935C-B3A1D489294D}"/>
          </ac:spMkLst>
        </pc:spChg>
        <pc:spChg chg="add mod">
          <ac:chgData name="성현 주" userId="3840582b10c9932e" providerId="LiveId" clId="{CF362BE7-3C11-42D9-924C-C8E0D8EC0489}" dt="2020-05-11T07:32:22.387" v="1802" actId="1076"/>
          <ac:spMkLst>
            <pc:docMk/>
            <pc:sldMk cId="665266568" sldId="280"/>
            <ac:spMk id="17" creationId="{A91C073D-B950-4449-BF1F-A1C37EB80AD0}"/>
          </ac:spMkLst>
        </pc:spChg>
        <pc:spChg chg="add del mod">
          <ac:chgData name="성현 주" userId="3840582b10c9932e" providerId="LiveId" clId="{CF362BE7-3C11-42D9-924C-C8E0D8EC0489}" dt="2020-05-11T07:35:37.117" v="1831"/>
          <ac:spMkLst>
            <pc:docMk/>
            <pc:sldMk cId="665266568" sldId="280"/>
            <ac:spMk id="19" creationId="{3E8506B2-8A9F-4E8A-9F66-35CFFD62FB26}"/>
          </ac:spMkLst>
        </pc:spChg>
        <pc:spChg chg="add del mod">
          <ac:chgData name="성현 주" userId="3840582b10c9932e" providerId="LiveId" clId="{CF362BE7-3C11-42D9-924C-C8E0D8EC0489}" dt="2020-05-11T07:36:04.363" v="1850" actId="478"/>
          <ac:spMkLst>
            <pc:docMk/>
            <pc:sldMk cId="665266568" sldId="280"/>
            <ac:spMk id="20" creationId="{30CC4C4D-9CAF-4A4C-B515-E7C05459EEA0}"/>
          </ac:spMkLst>
        </pc:spChg>
        <pc:spChg chg="add mod">
          <ac:chgData name="성현 주" userId="3840582b10c9932e" providerId="LiveId" clId="{CF362BE7-3C11-42D9-924C-C8E0D8EC0489}" dt="2020-05-11T07:39:48.712" v="2096" actId="692"/>
          <ac:spMkLst>
            <pc:docMk/>
            <pc:sldMk cId="665266568" sldId="280"/>
            <ac:spMk id="24" creationId="{3A3BCBDF-C123-4547-B483-9B72DA8C791E}"/>
          </ac:spMkLst>
        </pc:spChg>
        <pc:spChg chg="del mod">
          <ac:chgData name="성현 주" userId="3840582b10c9932e" providerId="LiveId" clId="{CF362BE7-3C11-42D9-924C-C8E0D8EC0489}" dt="2020-05-11T07:38:38.451" v="2004" actId="478"/>
          <ac:spMkLst>
            <pc:docMk/>
            <pc:sldMk cId="665266568" sldId="280"/>
            <ac:spMk id="26" creationId="{C2A1BDC6-4A90-4529-97AA-08787805ACD8}"/>
          </ac:spMkLst>
        </pc:spChg>
        <pc:spChg chg="mod">
          <ac:chgData name="성현 주" userId="3840582b10c9932e" providerId="LiveId" clId="{CF362BE7-3C11-42D9-924C-C8E0D8EC0489}" dt="2020-05-11T07:39:56.755" v="2102" actId="692"/>
          <ac:spMkLst>
            <pc:docMk/>
            <pc:sldMk cId="665266568" sldId="280"/>
            <ac:spMk id="31" creationId="{12B2DB38-EB67-4BCE-A4D1-C0AF3564E2C7}"/>
          </ac:spMkLst>
        </pc:spChg>
        <pc:picChg chg="del">
          <ac:chgData name="성현 주" userId="3840582b10c9932e" providerId="LiveId" clId="{CF362BE7-3C11-42D9-924C-C8E0D8EC0489}" dt="2020-05-11T07:31:43.389" v="1798" actId="478"/>
          <ac:picMkLst>
            <pc:docMk/>
            <pc:sldMk cId="665266568" sldId="280"/>
            <ac:picMk id="7" creationId="{00000000-0000-0000-0000-000000000000}"/>
          </ac:picMkLst>
        </pc:picChg>
        <pc:picChg chg="add mod">
          <ac:chgData name="성현 주" userId="3840582b10c9932e" providerId="LiveId" clId="{CF362BE7-3C11-42D9-924C-C8E0D8EC0489}" dt="2020-05-11T07:37:38.939" v="1874" actId="1076"/>
          <ac:picMkLst>
            <pc:docMk/>
            <pc:sldMk cId="665266568" sldId="280"/>
            <ac:picMk id="8" creationId="{28504D82-A338-4C58-AF50-3407E3788D5C}"/>
          </ac:picMkLst>
        </pc:picChg>
        <pc:picChg chg="del">
          <ac:chgData name="성현 주" userId="3840582b10c9932e" providerId="LiveId" clId="{CF362BE7-3C11-42D9-924C-C8E0D8EC0489}" dt="2020-05-11T07:35:10.218" v="1809" actId="478"/>
          <ac:picMkLst>
            <pc:docMk/>
            <pc:sldMk cId="665266568" sldId="280"/>
            <ac:picMk id="9" creationId="{5D41C714-1008-4561-A053-89BCC25F2A9B}"/>
          </ac:picMkLst>
        </pc:picChg>
        <pc:picChg chg="del">
          <ac:chgData name="성현 주" userId="3840582b10c9932e" providerId="LiveId" clId="{CF362BE7-3C11-42D9-924C-C8E0D8EC0489}" dt="2020-05-11T07:31:25.685" v="1792" actId="478"/>
          <ac:picMkLst>
            <pc:docMk/>
            <pc:sldMk cId="665266568" sldId="280"/>
            <ac:picMk id="12" creationId="{BCA9C2BD-7063-49FD-B862-CF65AF1EBEEB}"/>
          </ac:picMkLst>
        </pc:picChg>
        <pc:picChg chg="add mod">
          <ac:chgData name="성현 주" userId="3840582b10c9932e" providerId="LiveId" clId="{CF362BE7-3C11-42D9-924C-C8E0D8EC0489}" dt="2020-05-11T07:31:47.440" v="1799" actId="1076"/>
          <ac:picMkLst>
            <pc:docMk/>
            <pc:sldMk cId="665266568" sldId="280"/>
            <ac:picMk id="14" creationId="{06E9E590-9699-4758-BE92-D4725534DBBF}"/>
          </ac:picMkLst>
        </pc:picChg>
        <pc:picChg chg="del">
          <ac:chgData name="성현 주" userId="3840582b10c9932e" providerId="LiveId" clId="{CF362BE7-3C11-42D9-924C-C8E0D8EC0489}" dt="2020-05-11T07:31:27.620" v="1793" actId="478"/>
          <ac:picMkLst>
            <pc:docMk/>
            <pc:sldMk cId="665266568" sldId="280"/>
            <ac:picMk id="22" creationId="{AA22FFEA-CACB-41B8-83A5-FEAD995E8675}"/>
          </ac:picMkLst>
        </pc:picChg>
        <pc:picChg chg="mod">
          <ac:chgData name="성현 주" userId="3840582b10c9932e" providerId="LiveId" clId="{CF362BE7-3C11-42D9-924C-C8E0D8EC0489}" dt="2020-05-11T07:37:37.467" v="1873" actId="1076"/>
          <ac:picMkLst>
            <pc:docMk/>
            <pc:sldMk cId="665266568" sldId="280"/>
            <ac:picMk id="30" creationId="{69DEFA8D-82A7-4C77-8DC6-58862929D430}"/>
          </ac:picMkLst>
        </pc:picChg>
      </pc:sldChg>
      <pc:sldChg chg="addSp delSp modSp add delAnim modAnim">
        <pc:chgData name="성현 주" userId="3840582b10c9932e" providerId="LiveId" clId="{CF362BE7-3C11-42D9-924C-C8E0D8EC0489}" dt="2020-05-11T07:51:01.812" v="2185" actId="1076"/>
        <pc:sldMkLst>
          <pc:docMk/>
          <pc:sldMk cId="3044623843" sldId="281"/>
        </pc:sldMkLst>
        <pc:spChg chg="add del mod">
          <ac:chgData name="성현 주" userId="3840582b10c9932e" providerId="LiveId" clId="{CF362BE7-3C11-42D9-924C-C8E0D8EC0489}" dt="2020-05-11T07:43:45.066" v="2137" actId="478"/>
          <ac:spMkLst>
            <pc:docMk/>
            <pc:sldMk cId="3044623843" sldId="281"/>
            <ac:spMk id="9" creationId="{F148D5B2-D5CC-4300-8F70-8DC6981963A2}"/>
          </ac:spMkLst>
        </pc:spChg>
        <pc:spChg chg="mod">
          <ac:chgData name="성현 주" userId="3840582b10c9932e" providerId="LiveId" clId="{CF362BE7-3C11-42D9-924C-C8E0D8EC0489}" dt="2020-05-11T07:43:04.475" v="2132" actId="1076"/>
          <ac:spMkLst>
            <pc:docMk/>
            <pc:sldMk cId="3044623843" sldId="281"/>
            <ac:spMk id="17" creationId="{A91C073D-B950-4449-BF1F-A1C37EB80AD0}"/>
          </ac:spMkLst>
        </pc:spChg>
        <pc:spChg chg="add del mod">
          <ac:chgData name="성현 주" userId="3840582b10c9932e" providerId="LiveId" clId="{CF362BE7-3C11-42D9-924C-C8E0D8EC0489}" dt="2020-05-11T07:47:58.892" v="2166" actId="478"/>
          <ac:spMkLst>
            <pc:docMk/>
            <pc:sldMk cId="3044623843" sldId="281"/>
            <ac:spMk id="19" creationId="{0A936D42-AB02-4F5D-9E12-72EBF18CB7CB}"/>
          </ac:spMkLst>
        </pc:spChg>
        <pc:spChg chg="add del mod">
          <ac:chgData name="성현 주" userId="3840582b10c9932e" providerId="LiveId" clId="{CF362BE7-3C11-42D9-924C-C8E0D8EC0489}" dt="2020-05-11T07:48:00.357" v="2167" actId="478"/>
          <ac:spMkLst>
            <pc:docMk/>
            <pc:sldMk cId="3044623843" sldId="281"/>
            <ac:spMk id="21" creationId="{F5608D55-C4F2-4BE6-8E21-814FF267D2AA}"/>
          </ac:spMkLst>
        </pc:spChg>
        <pc:picChg chg="add del mod">
          <ac:chgData name="성현 주" userId="3840582b10c9932e" providerId="LiveId" clId="{CF362BE7-3C11-42D9-924C-C8E0D8EC0489}" dt="2020-05-11T07:41:01.554" v="2124" actId="478"/>
          <ac:picMkLst>
            <pc:docMk/>
            <pc:sldMk cId="3044623843" sldId="281"/>
            <ac:picMk id="3" creationId="{4122E7FD-27F3-4895-BB4F-97240D3ACD72}"/>
          </ac:picMkLst>
        </pc:picChg>
        <pc:picChg chg="add del mod">
          <ac:chgData name="성현 주" userId="3840582b10c9932e" providerId="LiveId" clId="{CF362BE7-3C11-42D9-924C-C8E0D8EC0489}" dt="2020-05-11T07:41:29.754" v="2128" actId="478"/>
          <ac:picMkLst>
            <pc:docMk/>
            <pc:sldMk cId="3044623843" sldId="281"/>
            <ac:picMk id="7" creationId="{23D943F3-7E4B-403F-A6FA-168E5BDB9D2F}"/>
          </ac:picMkLst>
        </pc:picChg>
        <pc:picChg chg="add del mod">
          <ac:chgData name="성현 주" userId="3840582b10c9932e" providerId="LiveId" clId="{CF362BE7-3C11-42D9-924C-C8E0D8EC0489}" dt="2020-05-11T07:45:45.009" v="2151" actId="478"/>
          <ac:picMkLst>
            <pc:docMk/>
            <pc:sldMk cId="3044623843" sldId="281"/>
            <ac:picMk id="11" creationId="{2BB77B33-57F6-4A7E-857A-14ABD38A5045}"/>
          </ac:picMkLst>
        </pc:picChg>
        <pc:picChg chg="add mod">
          <ac:chgData name="성현 주" userId="3840582b10c9932e" providerId="LiveId" clId="{CF362BE7-3C11-42D9-924C-C8E0D8EC0489}" dt="2020-05-11T07:51:01.812" v="2185" actId="1076"/>
          <ac:picMkLst>
            <pc:docMk/>
            <pc:sldMk cId="3044623843" sldId="281"/>
            <ac:picMk id="13" creationId="{C7E7EB52-8A35-4B9C-838D-D9F5ABF21D9A}"/>
          </ac:picMkLst>
        </pc:picChg>
        <pc:picChg chg="add del mod">
          <ac:chgData name="성현 주" userId="3840582b10c9932e" providerId="LiveId" clId="{CF362BE7-3C11-42D9-924C-C8E0D8EC0489}" dt="2020-05-11T07:47:57.539" v="2165" actId="478"/>
          <ac:picMkLst>
            <pc:docMk/>
            <pc:sldMk cId="3044623843" sldId="281"/>
            <ac:picMk id="18" creationId="{EE502816-4D3A-4A05-9E7E-F9BF0F6E48ED}"/>
          </ac:picMkLst>
        </pc:picChg>
        <pc:picChg chg="add del">
          <ac:chgData name="성현 주" userId="3840582b10c9932e" providerId="LiveId" clId="{CF362BE7-3C11-42D9-924C-C8E0D8EC0489}" dt="2020-05-11T07:48:52.578" v="2175" actId="478"/>
          <ac:picMkLst>
            <pc:docMk/>
            <pc:sldMk cId="3044623843" sldId="281"/>
            <ac:picMk id="26" creationId="{37CB3D50-98D0-41E8-B79D-C6D7B51A27EA}"/>
          </ac:picMkLst>
        </pc:picChg>
      </pc:sldChg>
      <pc:sldChg chg="addSp delSp modSp add delAnim modAnim">
        <pc:chgData name="성현 주" userId="3840582b10c9932e" providerId="LiveId" clId="{CF362BE7-3C11-42D9-924C-C8E0D8EC0489}" dt="2020-05-11T08:12:46.864" v="3040" actId="1076"/>
        <pc:sldMkLst>
          <pc:docMk/>
          <pc:sldMk cId="3134739283" sldId="282"/>
        </pc:sldMkLst>
        <pc:spChg chg="del">
          <ac:chgData name="성현 주" userId="3840582b10c9932e" providerId="LiveId" clId="{CF362BE7-3C11-42D9-924C-C8E0D8EC0489}" dt="2020-05-11T07:54:52.627" v="2220" actId="478"/>
          <ac:spMkLst>
            <pc:docMk/>
            <pc:sldMk cId="3134739283" sldId="282"/>
            <ac:spMk id="5" creationId="{758E28E1-69D9-4A29-80A5-B6EA1AD092DF}"/>
          </ac:spMkLst>
        </pc:spChg>
        <pc:spChg chg="add del mod">
          <ac:chgData name="성현 주" userId="3840582b10c9932e" providerId="LiveId" clId="{CF362BE7-3C11-42D9-924C-C8E0D8EC0489}" dt="2020-05-11T07:54:54.450" v="2221" actId="478"/>
          <ac:spMkLst>
            <pc:docMk/>
            <pc:sldMk cId="3134739283" sldId="282"/>
            <ac:spMk id="6" creationId="{933EDFF2-2AF8-4033-926D-53B95A560291}"/>
          </ac:spMkLst>
        </pc:spChg>
        <pc:spChg chg="mod">
          <ac:chgData name="성현 주" userId="3840582b10c9932e" providerId="LiveId" clId="{CF362BE7-3C11-42D9-924C-C8E0D8EC0489}" dt="2020-05-11T08:12:46.864" v="3040" actId="1076"/>
          <ac:spMkLst>
            <pc:docMk/>
            <pc:sldMk cId="3134739283" sldId="282"/>
            <ac:spMk id="16" creationId="{8E5055C1-F35C-41FF-935C-B3A1D489294D}"/>
          </ac:spMkLst>
        </pc:spChg>
        <pc:spChg chg="del">
          <ac:chgData name="성현 주" userId="3840582b10c9932e" providerId="LiveId" clId="{CF362BE7-3C11-42D9-924C-C8E0D8EC0489}" dt="2020-05-11T07:54:51.176" v="2219" actId="478"/>
          <ac:spMkLst>
            <pc:docMk/>
            <pc:sldMk cId="3134739283" sldId="282"/>
            <ac:spMk id="17" creationId="{A91C073D-B950-4449-BF1F-A1C37EB80AD0}"/>
          </ac:spMkLst>
        </pc:spChg>
        <pc:spChg chg="del">
          <ac:chgData name="성현 주" userId="3840582b10c9932e" providerId="LiveId" clId="{CF362BE7-3C11-42D9-924C-C8E0D8EC0489}" dt="2020-05-11T07:54:48.106" v="2217" actId="478"/>
          <ac:spMkLst>
            <pc:docMk/>
            <pc:sldMk cId="3134739283" sldId="282"/>
            <ac:spMk id="23" creationId="{49BA509B-371E-4661-BD51-BC2E57690255}"/>
          </ac:spMkLst>
        </pc:spChg>
        <pc:spChg chg="del mod">
          <ac:chgData name="성현 주" userId="3840582b10c9932e" providerId="LiveId" clId="{CF362BE7-3C11-42D9-924C-C8E0D8EC0489}" dt="2020-05-11T08:08:00.244" v="2529" actId="478"/>
          <ac:spMkLst>
            <pc:docMk/>
            <pc:sldMk cId="3134739283" sldId="282"/>
            <ac:spMk id="24" creationId="{3A3BCBDF-C123-4547-B483-9B72DA8C791E}"/>
          </ac:spMkLst>
        </pc:spChg>
        <pc:spChg chg="del">
          <ac:chgData name="성현 주" userId="3840582b10c9932e" providerId="LiveId" clId="{CF362BE7-3C11-42D9-924C-C8E0D8EC0489}" dt="2020-05-11T07:54:49.576" v="2218" actId="478"/>
          <ac:spMkLst>
            <pc:docMk/>
            <pc:sldMk cId="3134739283" sldId="282"/>
            <ac:spMk id="25" creationId="{FBD4102D-3FAD-4AC4-B1D4-EFCCAECAF893}"/>
          </ac:spMkLst>
        </pc:spChg>
        <pc:spChg chg="mod">
          <ac:chgData name="성현 주" userId="3840582b10c9932e" providerId="LiveId" clId="{CF362BE7-3C11-42D9-924C-C8E0D8EC0489}" dt="2020-05-11T08:12:36.315" v="3039" actId="1076"/>
          <ac:spMkLst>
            <pc:docMk/>
            <pc:sldMk cId="3134739283" sldId="282"/>
            <ac:spMk id="27" creationId="{5222A440-0718-4209-B271-1BD8CB4D4812}"/>
          </ac:spMkLst>
        </pc:spChg>
        <pc:spChg chg="del mod">
          <ac:chgData name="성현 주" userId="3840582b10c9932e" providerId="LiveId" clId="{CF362BE7-3C11-42D9-924C-C8E0D8EC0489}" dt="2020-05-11T08:08:01.716" v="2530" actId="478"/>
          <ac:spMkLst>
            <pc:docMk/>
            <pc:sldMk cId="3134739283" sldId="282"/>
            <ac:spMk id="31" creationId="{12B2DB38-EB67-4BCE-A4D1-C0AF3564E2C7}"/>
          </ac:spMkLst>
        </pc:spChg>
        <pc:spChg chg="add del mod">
          <ac:chgData name="성현 주" userId="3840582b10c9932e" providerId="LiveId" clId="{CF362BE7-3C11-42D9-924C-C8E0D8EC0489}" dt="2020-05-11T08:06:09.662" v="2472" actId="478"/>
          <ac:spMkLst>
            <pc:docMk/>
            <pc:sldMk cId="3134739283" sldId="282"/>
            <ac:spMk id="33" creationId="{1CE01EEB-A97C-4512-8E99-DCC5B2E7855C}"/>
          </ac:spMkLst>
        </pc:spChg>
        <pc:spChg chg="add mod">
          <ac:chgData name="성현 주" userId="3840582b10c9932e" providerId="LiveId" clId="{CF362BE7-3C11-42D9-924C-C8E0D8EC0489}" dt="2020-05-11T08:12:26.340" v="3029" actId="1076"/>
          <ac:spMkLst>
            <pc:docMk/>
            <pc:sldMk cId="3134739283" sldId="282"/>
            <ac:spMk id="38" creationId="{2D2FBCD8-96D3-4B00-84C4-959908A79B21}"/>
          </ac:spMkLst>
        </pc:spChg>
        <pc:picChg chg="add del mod">
          <ac:chgData name="성현 주" userId="3840582b10c9932e" providerId="LiveId" clId="{CF362BE7-3C11-42D9-924C-C8E0D8EC0489}" dt="2020-05-11T07:54:34.345" v="2215" actId="478"/>
          <ac:picMkLst>
            <pc:docMk/>
            <pc:sldMk cId="3134739283" sldId="282"/>
            <ac:picMk id="3" creationId="{AACD852A-2BF9-4A41-A3ED-84BBEC9EB7E3}"/>
          </ac:picMkLst>
        </pc:picChg>
        <pc:picChg chg="del">
          <ac:chgData name="성현 주" userId="3840582b10c9932e" providerId="LiveId" clId="{CF362BE7-3C11-42D9-924C-C8E0D8EC0489}" dt="2020-05-11T07:57:50.537" v="2246" actId="478"/>
          <ac:picMkLst>
            <pc:docMk/>
            <pc:sldMk cId="3134739283" sldId="282"/>
            <ac:picMk id="8" creationId="{28504D82-A338-4C58-AF50-3407E3788D5C}"/>
          </ac:picMkLst>
        </pc:picChg>
        <pc:picChg chg="add del mod">
          <ac:chgData name="성현 주" userId="3840582b10c9932e" providerId="LiveId" clId="{CF362BE7-3C11-42D9-924C-C8E0D8EC0489}" dt="2020-05-11T08:06:57.528" v="2491" actId="478"/>
          <ac:picMkLst>
            <pc:docMk/>
            <pc:sldMk cId="3134739283" sldId="282"/>
            <ac:picMk id="9" creationId="{31CC9976-C433-4E1C-8CE2-397C275185B7}"/>
          </ac:picMkLst>
        </pc:picChg>
        <pc:picChg chg="add del mod">
          <ac:chgData name="성현 주" userId="3840582b10c9932e" providerId="LiveId" clId="{CF362BE7-3C11-42D9-924C-C8E0D8EC0489}" dt="2020-05-11T08:06:49.722" v="2489" actId="478"/>
          <ac:picMkLst>
            <pc:docMk/>
            <pc:sldMk cId="3134739283" sldId="282"/>
            <ac:picMk id="11" creationId="{8BD85F76-A801-483B-A545-710B4A2EA17C}"/>
          </ac:picMkLst>
        </pc:picChg>
        <pc:picChg chg="del">
          <ac:chgData name="성현 주" userId="3840582b10c9932e" providerId="LiveId" clId="{CF362BE7-3C11-42D9-924C-C8E0D8EC0489}" dt="2020-05-11T07:51:05.676" v="2186" actId="478"/>
          <ac:picMkLst>
            <pc:docMk/>
            <pc:sldMk cId="3134739283" sldId="282"/>
            <ac:picMk id="13" creationId="{C7E7EB52-8A35-4B9C-838D-D9F5ABF21D9A}"/>
          </ac:picMkLst>
        </pc:picChg>
        <pc:picChg chg="del">
          <ac:chgData name="성현 주" userId="3840582b10c9932e" providerId="LiveId" clId="{CF362BE7-3C11-42D9-924C-C8E0D8EC0489}" dt="2020-05-11T07:54:45.674" v="2216" actId="478"/>
          <ac:picMkLst>
            <pc:docMk/>
            <pc:sldMk cId="3134739283" sldId="282"/>
            <ac:picMk id="14" creationId="{06E9E590-9699-4758-BE92-D4725534DBBF}"/>
          </ac:picMkLst>
        </pc:picChg>
        <pc:picChg chg="add del mod">
          <ac:chgData name="성현 주" userId="3840582b10c9932e" providerId="LiveId" clId="{CF362BE7-3C11-42D9-924C-C8E0D8EC0489}" dt="2020-05-11T07:49:21.354" v="2181" actId="478"/>
          <ac:picMkLst>
            <pc:docMk/>
            <pc:sldMk cId="3134739283" sldId="282"/>
            <ac:picMk id="15" creationId="{34905297-C9BA-4FE9-9C87-8402E3F5C5B3}"/>
          </ac:picMkLst>
        </pc:picChg>
        <pc:picChg chg="add del mod">
          <ac:chgData name="성현 주" userId="3840582b10c9932e" providerId="LiveId" clId="{CF362BE7-3C11-42D9-924C-C8E0D8EC0489}" dt="2020-05-11T07:51:08.146" v="2187" actId="478"/>
          <ac:picMkLst>
            <pc:docMk/>
            <pc:sldMk cId="3134739283" sldId="282"/>
            <ac:picMk id="18" creationId="{7FA174EB-521A-4F62-8849-BCF0BA936EC6}"/>
          </ac:picMkLst>
        </pc:picChg>
        <pc:picChg chg="add mod">
          <ac:chgData name="성현 주" userId="3840582b10c9932e" providerId="LiveId" clId="{CF362BE7-3C11-42D9-924C-C8E0D8EC0489}" dt="2020-05-11T07:58:12.015" v="2250" actId="1076"/>
          <ac:picMkLst>
            <pc:docMk/>
            <pc:sldMk cId="3134739283" sldId="282"/>
            <ac:picMk id="19" creationId="{17FB57DD-BC2B-4755-B278-7908A7DB7E5A}"/>
          </ac:picMkLst>
        </pc:picChg>
        <pc:picChg chg="add del mod">
          <ac:chgData name="성현 주" userId="3840582b10c9932e" providerId="LiveId" clId="{CF362BE7-3C11-42D9-924C-C8E0D8EC0489}" dt="2020-05-11T08:07:17.559" v="2496" actId="14100"/>
          <ac:picMkLst>
            <pc:docMk/>
            <pc:sldMk cId="3134739283" sldId="282"/>
            <ac:picMk id="21" creationId="{1E1DE4B9-CF80-4E56-B05A-4CF84A732F0B}"/>
          </ac:picMkLst>
        </pc:picChg>
        <pc:picChg chg="add del">
          <ac:chgData name="성현 주" userId="3840582b10c9932e" providerId="LiveId" clId="{CF362BE7-3C11-42D9-924C-C8E0D8EC0489}" dt="2020-05-11T07:55:47.890" v="2231" actId="478"/>
          <ac:picMkLst>
            <pc:docMk/>
            <pc:sldMk cId="3134739283" sldId="282"/>
            <ac:picMk id="22" creationId="{D34B4FE1-D3B7-4F70-9153-9C71A85DC4BF}"/>
          </ac:picMkLst>
        </pc:picChg>
        <pc:picChg chg="add del mod">
          <ac:chgData name="성현 주" userId="3840582b10c9932e" providerId="LiveId" clId="{CF362BE7-3C11-42D9-924C-C8E0D8EC0489}" dt="2020-05-11T08:06:11.180" v="2473" actId="478"/>
          <ac:picMkLst>
            <pc:docMk/>
            <pc:sldMk cId="3134739283" sldId="282"/>
            <ac:picMk id="28" creationId="{C53A358E-1DF1-4A87-B1A9-E560C25A3A1B}"/>
          </ac:picMkLst>
        </pc:picChg>
        <pc:picChg chg="add del">
          <ac:chgData name="성현 주" userId="3840582b10c9932e" providerId="LiveId" clId="{CF362BE7-3C11-42D9-924C-C8E0D8EC0489}" dt="2020-05-11T07:58:10.233" v="2249" actId="478"/>
          <ac:picMkLst>
            <pc:docMk/>
            <pc:sldMk cId="3134739283" sldId="282"/>
            <ac:picMk id="29" creationId="{F2463EE2-2782-433A-8074-B93B2F37EEE7}"/>
          </ac:picMkLst>
        </pc:picChg>
        <pc:picChg chg="del mod">
          <ac:chgData name="성현 주" userId="3840582b10c9932e" providerId="LiveId" clId="{CF362BE7-3C11-42D9-924C-C8E0D8EC0489}" dt="2020-05-11T07:59:59.449" v="2438" actId="478"/>
          <ac:picMkLst>
            <pc:docMk/>
            <pc:sldMk cId="3134739283" sldId="282"/>
            <ac:picMk id="30" creationId="{69DEFA8D-82A7-4C77-8DC6-58862929D430}"/>
          </ac:picMkLst>
        </pc:picChg>
        <pc:picChg chg="add del">
          <ac:chgData name="성현 주" userId="3840582b10c9932e" providerId="LiveId" clId="{CF362BE7-3C11-42D9-924C-C8E0D8EC0489}" dt="2020-05-11T07:58:29.777" v="2256" actId="478"/>
          <ac:picMkLst>
            <pc:docMk/>
            <pc:sldMk cId="3134739283" sldId="282"/>
            <ac:picMk id="32" creationId="{B86B5E85-2592-4E6E-AE36-78E7BB637BCE}"/>
          </ac:picMkLst>
        </pc:picChg>
        <pc:picChg chg="add mod">
          <ac:chgData name="성현 주" userId="3840582b10c9932e" providerId="LiveId" clId="{CF362BE7-3C11-42D9-924C-C8E0D8EC0489}" dt="2020-05-11T08:07:00.053" v="2492" actId="1076"/>
          <ac:picMkLst>
            <pc:docMk/>
            <pc:sldMk cId="3134739283" sldId="282"/>
            <ac:picMk id="35" creationId="{48361EDA-9D71-4DFB-9938-033B2C5B47C3}"/>
          </ac:picMkLst>
        </pc:picChg>
        <pc:picChg chg="add mod">
          <ac:chgData name="성현 주" userId="3840582b10c9932e" providerId="LiveId" clId="{CF362BE7-3C11-42D9-924C-C8E0D8EC0489}" dt="2020-05-11T08:07:11.812" v="2495" actId="1076"/>
          <ac:picMkLst>
            <pc:docMk/>
            <pc:sldMk cId="3134739283" sldId="282"/>
            <ac:picMk id="37" creationId="{01F1B53C-FDFF-4D56-AD0C-37E28785468B}"/>
          </ac:picMkLst>
        </pc:picChg>
      </pc:sldChg>
      <pc:sldChg chg="addSp delSp modSp add delAnim modAnim">
        <pc:chgData name="성현 주" userId="3840582b10c9932e" providerId="LiveId" clId="{CF362BE7-3C11-42D9-924C-C8E0D8EC0489}" dt="2020-05-11T08:20:44.251" v="3358" actId="1076"/>
        <pc:sldMkLst>
          <pc:docMk/>
          <pc:sldMk cId="2387290070" sldId="283"/>
        </pc:sldMkLst>
        <pc:spChg chg="add mod">
          <ac:chgData name="성현 주" userId="3840582b10c9932e" providerId="LiveId" clId="{CF362BE7-3C11-42D9-924C-C8E0D8EC0489}" dt="2020-05-11T08:14:53.703" v="3059" actId="14100"/>
          <ac:spMkLst>
            <pc:docMk/>
            <pc:sldMk cId="2387290070" sldId="283"/>
            <ac:spMk id="2" creationId="{49792332-5171-412C-A187-BC6250D1F43E}"/>
          </ac:spMkLst>
        </pc:spChg>
        <pc:spChg chg="mod">
          <ac:chgData name="성현 주" userId="3840582b10c9932e" providerId="LiveId" clId="{CF362BE7-3C11-42D9-924C-C8E0D8EC0489}" dt="2020-05-11T08:19:12.632" v="3207" actId="14100"/>
          <ac:spMkLst>
            <pc:docMk/>
            <pc:sldMk cId="2387290070" sldId="283"/>
            <ac:spMk id="16" creationId="{8E5055C1-F35C-41FF-935C-B3A1D489294D}"/>
          </ac:spMkLst>
        </pc:spChg>
        <pc:spChg chg="add mod">
          <ac:chgData name="성현 주" userId="3840582b10c9932e" providerId="LiveId" clId="{CF362BE7-3C11-42D9-924C-C8E0D8EC0489}" dt="2020-05-11T08:18:06.963" v="3083"/>
          <ac:spMkLst>
            <pc:docMk/>
            <pc:sldMk cId="2387290070" sldId="283"/>
            <ac:spMk id="21" creationId="{A888C437-5350-4AD0-B7DD-C1E62A3EBE5B}"/>
          </ac:spMkLst>
        </pc:spChg>
        <pc:spChg chg="del mod">
          <ac:chgData name="성현 주" userId="3840582b10c9932e" providerId="LiveId" clId="{CF362BE7-3C11-42D9-924C-C8E0D8EC0489}" dt="2020-05-11T08:19:47.385" v="3210" actId="478"/>
          <ac:spMkLst>
            <pc:docMk/>
            <pc:sldMk cId="2387290070" sldId="283"/>
            <ac:spMk id="24" creationId="{3A3BCBDF-C123-4547-B483-9B72DA8C791E}"/>
          </ac:spMkLst>
        </pc:spChg>
        <pc:spChg chg="add del mod">
          <ac:chgData name="성현 주" userId="3840582b10c9932e" providerId="LiveId" clId="{CF362BE7-3C11-42D9-924C-C8E0D8EC0489}" dt="2020-05-11T08:20:44.251" v="3358" actId="1076"/>
          <ac:spMkLst>
            <pc:docMk/>
            <pc:sldMk cId="2387290070" sldId="283"/>
            <ac:spMk id="27" creationId="{5222A440-0718-4209-B271-1BD8CB4D4812}"/>
          </ac:spMkLst>
        </pc:spChg>
        <pc:spChg chg="add del mod">
          <ac:chgData name="성현 주" userId="3840582b10c9932e" providerId="LiveId" clId="{CF362BE7-3C11-42D9-924C-C8E0D8EC0489}" dt="2020-05-11T08:19:57.577" v="3217" actId="478"/>
          <ac:spMkLst>
            <pc:docMk/>
            <pc:sldMk cId="2387290070" sldId="283"/>
            <ac:spMk id="31" creationId="{12B2DB38-EB67-4BCE-A4D1-C0AF3564E2C7}"/>
          </ac:spMkLst>
        </pc:spChg>
        <pc:picChg chg="add mod">
          <ac:chgData name="성현 주" userId="3840582b10c9932e" providerId="LiveId" clId="{CF362BE7-3C11-42D9-924C-C8E0D8EC0489}" dt="2020-05-11T08:16:53.987" v="3071" actId="1076"/>
          <ac:picMkLst>
            <pc:docMk/>
            <pc:sldMk cId="2387290070" sldId="283"/>
            <ac:picMk id="6" creationId="{E2C6964B-7605-4032-8323-7BEEFECEF7CE}"/>
          </ac:picMkLst>
        </pc:picChg>
        <pc:picChg chg="del">
          <ac:chgData name="성현 주" userId="3840582b10c9932e" providerId="LiveId" clId="{CF362BE7-3C11-42D9-924C-C8E0D8EC0489}" dt="2020-05-11T08:13:51.409" v="3047" actId="478"/>
          <ac:picMkLst>
            <pc:docMk/>
            <pc:sldMk cId="2387290070" sldId="283"/>
            <ac:picMk id="8" creationId="{28504D82-A338-4C58-AF50-3407E3788D5C}"/>
          </ac:picMkLst>
        </pc:picChg>
        <pc:picChg chg="add mod">
          <ac:chgData name="성현 주" userId="3840582b10c9932e" providerId="LiveId" clId="{CF362BE7-3C11-42D9-924C-C8E0D8EC0489}" dt="2020-05-11T08:18:17.545" v="3085" actId="1076"/>
          <ac:picMkLst>
            <pc:docMk/>
            <pc:sldMk cId="2387290070" sldId="283"/>
            <ac:picMk id="9" creationId="{773C7987-0021-4663-AD1D-3665D3BFE372}"/>
          </ac:picMkLst>
        </pc:picChg>
        <pc:picChg chg="del">
          <ac:chgData name="성현 주" userId="3840582b10c9932e" providerId="LiveId" clId="{CF362BE7-3C11-42D9-924C-C8E0D8EC0489}" dt="2020-05-11T08:13:26.602" v="3041" actId="478"/>
          <ac:picMkLst>
            <pc:docMk/>
            <pc:sldMk cId="2387290070" sldId="283"/>
            <ac:picMk id="13" creationId="{C7E7EB52-8A35-4B9C-838D-D9F5ABF21D9A}"/>
          </ac:picMkLst>
        </pc:picChg>
        <pc:picChg chg="del">
          <ac:chgData name="성현 주" userId="3840582b10c9932e" providerId="LiveId" clId="{CF362BE7-3C11-42D9-924C-C8E0D8EC0489}" dt="2020-05-11T08:13:46.584" v="3045" actId="478"/>
          <ac:picMkLst>
            <pc:docMk/>
            <pc:sldMk cId="2387290070" sldId="283"/>
            <ac:picMk id="14" creationId="{06E9E590-9699-4758-BE92-D4725534DBBF}"/>
          </ac:picMkLst>
        </pc:picChg>
        <pc:picChg chg="add mod">
          <ac:chgData name="성현 주" userId="3840582b10c9932e" providerId="LiveId" clId="{CF362BE7-3C11-42D9-924C-C8E0D8EC0489}" dt="2020-05-11T08:13:47.783" v="3046" actId="1076"/>
          <ac:picMkLst>
            <pc:docMk/>
            <pc:sldMk cId="2387290070" sldId="283"/>
            <ac:picMk id="15" creationId="{15D2BC65-1029-47EA-A999-F5687413C289}"/>
          </ac:picMkLst>
        </pc:picChg>
        <pc:picChg chg="del">
          <ac:chgData name="성현 주" userId="3840582b10c9932e" providerId="LiveId" clId="{CF362BE7-3C11-42D9-924C-C8E0D8EC0489}" dt="2020-05-11T08:18:20.384" v="3086" actId="478"/>
          <ac:picMkLst>
            <pc:docMk/>
            <pc:sldMk cId="2387290070" sldId="283"/>
            <ac:picMk id="30" creationId="{69DEFA8D-82A7-4C77-8DC6-58862929D430}"/>
          </ac:picMkLst>
        </pc:picChg>
      </pc:sldChg>
      <pc:sldChg chg="addSp delSp modSp add delAnim modAnim">
        <pc:chgData name="성현 주" userId="3840582b10c9932e" providerId="LiveId" clId="{CF362BE7-3C11-42D9-924C-C8E0D8EC0489}" dt="2020-05-11T08:25:50.255" v="3429" actId="1076"/>
        <pc:sldMkLst>
          <pc:docMk/>
          <pc:sldMk cId="1842413469" sldId="284"/>
        </pc:sldMkLst>
        <pc:spChg chg="del">
          <ac:chgData name="성현 주" userId="3840582b10c9932e" providerId="LiveId" clId="{CF362BE7-3C11-42D9-924C-C8E0D8EC0489}" dt="2020-05-11T08:24:03.945" v="3392" actId="478"/>
          <ac:spMkLst>
            <pc:docMk/>
            <pc:sldMk cId="1842413469" sldId="284"/>
            <ac:spMk id="2" creationId="{49792332-5171-412C-A187-BC6250D1F43E}"/>
          </ac:spMkLst>
        </pc:spChg>
        <pc:spChg chg="mod">
          <ac:chgData name="성현 주" userId="3840582b10c9932e" providerId="LiveId" clId="{CF362BE7-3C11-42D9-924C-C8E0D8EC0489}" dt="2020-05-11T08:24:50.263" v="3428"/>
          <ac:spMkLst>
            <pc:docMk/>
            <pc:sldMk cId="1842413469" sldId="284"/>
            <ac:spMk id="4" creationId="{00000000-0000-0000-0000-000000000000}"/>
          </ac:spMkLst>
        </pc:spChg>
        <pc:spChg chg="del">
          <ac:chgData name="성현 주" userId="3840582b10c9932e" providerId="LiveId" clId="{CF362BE7-3C11-42D9-924C-C8E0D8EC0489}" dt="2020-05-11T08:24:11.354" v="3397" actId="478"/>
          <ac:spMkLst>
            <pc:docMk/>
            <pc:sldMk cId="1842413469" sldId="284"/>
            <ac:spMk id="5" creationId="{758E28E1-69D9-4A29-80A5-B6EA1AD092DF}"/>
          </ac:spMkLst>
        </pc:spChg>
        <pc:spChg chg="add del mod">
          <ac:chgData name="성현 주" userId="3840582b10c9932e" providerId="LiveId" clId="{CF362BE7-3C11-42D9-924C-C8E0D8EC0489}" dt="2020-05-11T08:23:59.826" v="3390"/>
          <ac:spMkLst>
            <pc:docMk/>
            <pc:sldMk cId="1842413469" sldId="284"/>
            <ac:spMk id="7" creationId="{07060B2E-7418-4350-837B-4D16D5563274}"/>
          </ac:spMkLst>
        </pc:spChg>
        <pc:spChg chg="del">
          <ac:chgData name="성현 주" userId="3840582b10c9932e" providerId="LiveId" clId="{CF362BE7-3C11-42D9-924C-C8E0D8EC0489}" dt="2020-05-11T08:23:44.784" v="3384" actId="478"/>
          <ac:spMkLst>
            <pc:docMk/>
            <pc:sldMk cId="1842413469" sldId="284"/>
            <ac:spMk id="16" creationId="{8E5055C1-F35C-41FF-935C-B3A1D489294D}"/>
          </ac:spMkLst>
        </pc:spChg>
        <pc:spChg chg="del mod">
          <ac:chgData name="성현 주" userId="3840582b10c9932e" providerId="LiveId" clId="{CF362BE7-3C11-42D9-924C-C8E0D8EC0489}" dt="2020-05-11T08:24:09.961" v="3396" actId="478"/>
          <ac:spMkLst>
            <pc:docMk/>
            <pc:sldMk cId="1842413469" sldId="284"/>
            <ac:spMk id="17" creationId="{A91C073D-B950-4449-BF1F-A1C37EB80AD0}"/>
          </ac:spMkLst>
        </pc:spChg>
        <pc:spChg chg="del">
          <ac:chgData name="성현 주" userId="3840582b10c9932e" providerId="LiveId" clId="{CF362BE7-3C11-42D9-924C-C8E0D8EC0489}" dt="2020-05-11T08:23:42.824" v="3383" actId="478"/>
          <ac:spMkLst>
            <pc:docMk/>
            <pc:sldMk cId="1842413469" sldId="284"/>
            <ac:spMk id="21" creationId="{A888C437-5350-4AD0-B7DD-C1E62A3EBE5B}"/>
          </ac:spMkLst>
        </pc:spChg>
        <pc:spChg chg="del">
          <ac:chgData name="성현 주" userId="3840582b10c9932e" providerId="LiveId" clId="{CF362BE7-3C11-42D9-924C-C8E0D8EC0489}" dt="2020-05-11T08:24:06.903" v="3394" actId="478"/>
          <ac:spMkLst>
            <pc:docMk/>
            <pc:sldMk cId="1842413469" sldId="284"/>
            <ac:spMk id="23" creationId="{49BA509B-371E-4661-BD51-BC2E57690255}"/>
          </ac:spMkLst>
        </pc:spChg>
        <pc:spChg chg="del">
          <ac:chgData name="성현 주" userId="3840582b10c9932e" providerId="LiveId" clId="{CF362BE7-3C11-42D9-924C-C8E0D8EC0489}" dt="2020-05-11T08:24:05.369" v="3393" actId="478"/>
          <ac:spMkLst>
            <pc:docMk/>
            <pc:sldMk cId="1842413469" sldId="284"/>
            <ac:spMk id="25" creationId="{FBD4102D-3FAD-4AC4-B1D4-EFCCAECAF893}"/>
          </ac:spMkLst>
        </pc:spChg>
        <pc:spChg chg="del">
          <ac:chgData name="성현 주" userId="3840582b10c9932e" providerId="LiveId" clId="{CF362BE7-3C11-42D9-924C-C8E0D8EC0489}" dt="2020-05-11T08:23:47.417" v="3386" actId="478"/>
          <ac:spMkLst>
            <pc:docMk/>
            <pc:sldMk cId="1842413469" sldId="284"/>
            <ac:spMk id="27" creationId="{5222A440-0718-4209-B271-1BD8CB4D4812}"/>
          </ac:spMkLst>
        </pc:spChg>
        <pc:picChg chg="del mod">
          <ac:chgData name="성현 주" userId="3840582b10c9932e" providerId="LiveId" clId="{CF362BE7-3C11-42D9-924C-C8E0D8EC0489}" dt="2020-05-11T08:23:52.087" v="3389" actId="478"/>
          <ac:picMkLst>
            <pc:docMk/>
            <pc:sldMk cId="1842413469" sldId="284"/>
            <ac:picMk id="6" creationId="{E2C6964B-7605-4032-8323-7BEEFECEF7CE}"/>
          </ac:picMkLst>
        </pc:picChg>
        <pc:picChg chg="add mod">
          <ac:chgData name="성현 주" userId="3840582b10c9932e" providerId="LiveId" clId="{CF362BE7-3C11-42D9-924C-C8E0D8EC0489}" dt="2020-05-11T08:25:50.255" v="3429" actId="1076"/>
          <ac:picMkLst>
            <pc:docMk/>
            <pc:sldMk cId="1842413469" sldId="284"/>
            <ac:picMk id="8" creationId="{62AAB34A-B0C1-45E9-B43B-6158B153F49E}"/>
          </ac:picMkLst>
        </pc:picChg>
        <pc:picChg chg="del">
          <ac:chgData name="성현 주" userId="3840582b10c9932e" providerId="LiveId" clId="{CF362BE7-3C11-42D9-924C-C8E0D8EC0489}" dt="2020-05-11T08:23:46.121" v="3385" actId="478"/>
          <ac:picMkLst>
            <pc:docMk/>
            <pc:sldMk cId="1842413469" sldId="284"/>
            <ac:picMk id="9" creationId="{773C7987-0021-4663-AD1D-3665D3BFE372}"/>
          </ac:picMkLst>
        </pc:picChg>
        <pc:picChg chg="del">
          <ac:chgData name="성현 주" userId="3840582b10c9932e" providerId="LiveId" clId="{CF362BE7-3C11-42D9-924C-C8E0D8EC0489}" dt="2020-05-11T08:23:50.349" v="3388" actId="478"/>
          <ac:picMkLst>
            <pc:docMk/>
            <pc:sldMk cId="1842413469" sldId="284"/>
            <ac:picMk id="15" creationId="{15D2BC65-1029-47EA-A999-F5687413C289}"/>
          </ac:picMkLst>
        </pc:picChg>
      </pc:sldChg>
      <pc:sldChg chg="modSp add modAnim">
        <pc:chgData name="성현 주" userId="3840582b10c9932e" providerId="LiveId" clId="{CF362BE7-3C11-42D9-924C-C8E0D8EC0489}" dt="2020-05-11T08:29:53.955" v="3937"/>
        <pc:sldMkLst>
          <pc:docMk/>
          <pc:sldMk cId="2712295291" sldId="285"/>
        </pc:sldMkLst>
        <pc:spChg chg="mod">
          <ac:chgData name="성현 주" userId="3840582b10c9932e" providerId="LiveId" clId="{CF362BE7-3C11-42D9-924C-C8E0D8EC0489}" dt="2020-05-11T08:26:48.817" v="3462"/>
          <ac:spMkLst>
            <pc:docMk/>
            <pc:sldMk cId="2712295291" sldId="285"/>
            <ac:spMk id="28" creationId="{0FBF1AEE-6B70-4514-A8C5-08F6EBE7F70C}"/>
          </ac:spMkLst>
        </pc:spChg>
        <pc:spChg chg="mod">
          <ac:chgData name="성현 주" userId="3840582b10c9932e" providerId="LiveId" clId="{CF362BE7-3C11-42D9-924C-C8E0D8EC0489}" dt="2020-05-11T08:27:34.096" v="3519" actId="20577"/>
          <ac:spMkLst>
            <pc:docMk/>
            <pc:sldMk cId="2712295291" sldId="285"/>
            <ac:spMk id="36" creationId="{32CC0D5F-14FC-4D76-B7B2-3FAB16A29704}"/>
          </ac:spMkLst>
        </pc:spChg>
        <pc:spChg chg="mod">
          <ac:chgData name="성현 주" userId="3840582b10c9932e" providerId="LiveId" clId="{CF362BE7-3C11-42D9-924C-C8E0D8EC0489}" dt="2020-05-11T08:28:00.593" v="3531" actId="20577"/>
          <ac:spMkLst>
            <pc:docMk/>
            <pc:sldMk cId="2712295291" sldId="285"/>
            <ac:spMk id="37" creationId="{807A7F16-290C-4A9F-8DF9-F3AB85135E03}"/>
          </ac:spMkLst>
        </pc:spChg>
        <pc:spChg chg="mod">
          <ac:chgData name="성현 주" userId="3840582b10c9932e" providerId="LiveId" clId="{CF362BE7-3C11-42D9-924C-C8E0D8EC0489}" dt="2020-05-11T08:28:28.897" v="3566" actId="1076"/>
          <ac:spMkLst>
            <pc:docMk/>
            <pc:sldMk cId="2712295291" sldId="285"/>
            <ac:spMk id="38" creationId="{6E3916C4-E308-4D8A-BA21-74FE2C10ED8A}"/>
          </ac:spMkLst>
        </pc:spChg>
        <pc:spChg chg="mod">
          <ac:chgData name="성현 주" userId="3840582b10c9932e" providerId="LiveId" clId="{CF362BE7-3C11-42D9-924C-C8E0D8EC0489}" dt="2020-05-11T08:29:08.741" v="3706" actId="1076"/>
          <ac:spMkLst>
            <pc:docMk/>
            <pc:sldMk cId="2712295291" sldId="285"/>
            <ac:spMk id="54" creationId="{EA6CF844-C9EB-491E-BB7E-7198C5F3651C}"/>
          </ac:spMkLst>
        </pc:spChg>
        <pc:spChg chg="mod">
          <ac:chgData name="성현 주" userId="3840582b10c9932e" providerId="LiveId" clId="{CF362BE7-3C11-42D9-924C-C8E0D8EC0489}" dt="2020-05-11T08:29:38.171" v="3855"/>
          <ac:spMkLst>
            <pc:docMk/>
            <pc:sldMk cId="2712295291" sldId="285"/>
            <ac:spMk id="55" creationId="{93881295-D63B-4961-8282-9C870347EA61}"/>
          </ac:spMkLst>
        </pc:spChg>
        <pc:spChg chg="mod">
          <ac:chgData name="성현 주" userId="3840582b10c9932e" providerId="LiveId" clId="{CF362BE7-3C11-42D9-924C-C8E0D8EC0489}" dt="2020-05-11T08:29:53.955" v="3937"/>
          <ac:spMkLst>
            <pc:docMk/>
            <pc:sldMk cId="2712295291" sldId="285"/>
            <ac:spMk id="57" creationId="{90A31CBB-5845-4C3E-A66E-9163EB519AAB}"/>
          </ac:spMkLst>
        </pc:spChg>
      </pc:sldChg>
    </pc:docChg>
  </pc:docChgLst>
  <pc:docChgLst>
    <pc:chgData name="임 지아" userId="0b38afcf00efac6a" providerId="LiveId" clId="{2E39603B-C9FC-4E75-B09C-924EDB1ABD57}"/>
    <pc:docChg chg="undo custSel addSld delSld modSld sldOrd">
      <pc:chgData name="임 지아" userId="0b38afcf00efac6a" providerId="LiveId" clId="{2E39603B-C9FC-4E75-B09C-924EDB1ABD57}" dt="2020-04-06T14:30:13.647" v="2195" actId="1076"/>
      <pc:docMkLst>
        <pc:docMk/>
      </pc:docMkLst>
      <pc:sldChg chg="addSp delSp modSp mod delAnim modAnim">
        <pc:chgData name="임 지아" userId="0b38afcf00efac6a" providerId="LiveId" clId="{2E39603B-C9FC-4E75-B09C-924EDB1ABD57}" dt="2020-04-06T14:25:27.538" v="2192" actId="21"/>
        <pc:sldMkLst>
          <pc:docMk/>
          <pc:sldMk cId="3111800937" sldId="256"/>
        </pc:sldMkLst>
        <pc:spChg chg="mod">
          <ac:chgData name="임 지아" userId="0b38afcf00efac6a" providerId="LiveId" clId="{2E39603B-C9FC-4E75-B09C-924EDB1ABD57}" dt="2020-04-05T13:40:04.044" v="434" actId="1076"/>
          <ac:spMkLst>
            <pc:docMk/>
            <pc:sldMk cId="3111800937" sldId="256"/>
            <ac:spMk id="2" creationId="{D0478A09-E0E9-4360-8EE1-FE7406182A6C}"/>
          </ac:spMkLst>
        </pc:spChg>
        <pc:spChg chg="del">
          <ac:chgData name="임 지아" userId="0b38afcf00efac6a" providerId="LiveId" clId="{2E39603B-C9FC-4E75-B09C-924EDB1ABD57}" dt="2020-04-05T08:41:15.775" v="13" actId="478"/>
          <ac:spMkLst>
            <pc:docMk/>
            <pc:sldMk cId="3111800937" sldId="256"/>
            <ac:spMk id="6" creationId="{0FAF5946-9400-4164-8422-2FF66B41D330}"/>
          </ac:spMkLst>
        </pc:spChg>
        <pc:spChg chg="mod">
          <ac:chgData name="임 지아" userId="0b38afcf00efac6a" providerId="LiveId" clId="{2E39603B-C9FC-4E75-B09C-924EDB1ABD57}" dt="2020-04-06T11:42:19.607" v="2082" actId="1076"/>
          <ac:spMkLst>
            <pc:docMk/>
            <pc:sldMk cId="3111800937" sldId="256"/>
            <ac:spMk id="7" creationId="{36F33842-B0C8-40B1-9B64-AB378C7D29C8}"/>
          </ac:spMkLst>
        </pc:spChg>
        <pc:spChg chg="mod">
          <ac:chgData name="임 지아" userId="0b38afcf00efac6a" providerId="LiveId" clId="{2E39603B-C9FC-4E75-B09C-924EDB1ABD57}" dt="2020-04-05T13:40:13.561" v="436" actId="1076"/>
          <ac:spMkLst>
            <pc:docMk/>
            <pc:sldMk cId="3111800937" sldId="256"/>
            <ac:spMk id="9" creationId="{C661189A-1606-43F9-9D0E-4357ECF47D4F}"/>
          </ac:spMkLst>
        </pc:spChg>
        <pc:spChg chg="add mod">
          <ac:chgData name="임 지아" userId="0b38afcf00efac6a" providerId="LiveId" clId="{2E39603B-C9FC-4E75-B09C-924EDB1ABD57}" dt="2020-04-06T06:57:55.944" v="942" actId="1076"/>
          <ac:spMkLst>
            <pc:docMk/>
            <pc:sldMk cId="3111800937" sldId="256"/>
            <ac:spMk id="11" creationId="{AB4EBE17-28A7-468D-8066-E0553943255C}"/>
          </ac:spMkLst>
        </pc:spChg>
        <pc:spChg chg="add mod">
          <ac:chgData name="임 지아" userId="0b38afcf00efac6a" providerId="LiveId" clId="{2E39603B-C9FC-4E75-B09C-924EDB1ABD57}" dt="2020-04-06T06:57:59.753" v="943" actId="1076"/>
          <ac:spMkLst>
            <pc:docMk/>
            <pc:sldMk cId="3111800937" sldId="256"/>
            <ac:spMk id="12" creationId="{EE988B44-566C-4FF2-9B81-C9E9D7DD815B}"/>
          </ac:spMkLst>
        </pc:spChg>
        <pc:spChg chg="add del">
          <ac:chgData name="임 지아" userId="0b38afcf00efac6a" providerId="LiveId" clId="{2E39603B-C9FC-4E75-B09C-924EDB1ABD57}" dt="2020-04-06T07:01:36.629" v="994"/>
          <ac:spMkLst>
            <pc:docMk/>
            <pc:sldMk cId="3111800937" sldId="256"/>
            <ac:spMk id="13" creationId="{2D8B16A8-CBCA-45B4-9967-8CE430769135}"/>
          </ac:spMkLst>
        </pc:spChg>
        <pc:picChg chg="add mod">
          <ac:chgData name="임 지아" userId="0b38afcf00efac6a" providerId="LiveId" clId="{2E39603B-C9FC-4E75-B09C-924EDB1ABD57}" dt="2020-04-06T06:58:06.596" v="946" actId="1076"/>
          <ac:picMkLst>
            <pc:docMk/>
            <pc:sldMk cId="3111800937" sldId="256"/>
            <ac:picMk id="3" creationId="{FA6AEFA9-6610-4AB9-80D3-CF87F8A2725C}"/>
          </ac:picMkLst>
        </pc:picChg>
        <pc:picChg chg="add del mod modCrop">
          <ac:chgData name="임 지아" userId="0b38afcf00efac6a" providerId="LiveId" clId="{2E39603B-C9FC-4E75-B09C-924EDB1ABD57}" dt="2020-04-06T07:01:33.492" v="992" actId="478"/>
          <ac:picMkLst>
            <pc:docMk/>
            <pc:sldMk cId="3111800937" sldId="256"/>
            <ac:picMk id="4" creationId="{5408667D-E922-468D-879D-0BC064547DA5}"/>
          </ac:picMkLst>
        </pc:picChg>
        <pc:picChg chg="add del mod">
          <ac:chgData name="임 지아" userId="0b38afcf00efac6a" providerId="LiveId" clId="{2E39603B-C9FC-4E75-B09C-924EDB1ABD57}" dt="2020-04-06T12:22:20.422" v="2141" actId="478"/>
          <ac:picMkLst>
            <pc:docMk/>
            <pc:sldMk cId="3111800937" sldId="256"/>
            <ac:picMk id="4" creationId="{BAF1A62E-90CE-4694-885D-DD108CFB3AC1}"/>
          </ac:picMkLst>
        </pc:picChg>
        <pc:picChg chg="add del mod">
          <ac:chgData name="임 지아" userId="0b38afcf00efac6a" providerId="LiveId" clId="{2E39603B-C9FC-4E75-B09C-924EDB1ABD57}" dt="2020-04-06T12:40:52.896" v="2156" actId="21"/>
          <ac:picMkLst>
            <pc:docMk/>
            <pc:sldMk cId="3111800937" sldId="256"/>
            <ac:picMk id="5" creationId="{2E829BF2-3BB2-42A5-82B7-5FF03B32E0CB}"/>
          </ac:picMkLst>
        </pc:picChg>
        <pc:picChg chg="add del mod modCrop">
          <ac:chgData name="임 지아" userId="0b38afcf00efac6a" providerId="LiveId" clId="{2E39603B-C9FC-4E75-B09C-924EDB1ABD57}" dt="2020-04-06T07:03:28.694" v="1019" actId="478"/>
          <ac:picMkLst>
            <pc:docMk/>
            <pc:sldMk cId="3111800937" sldId="256"/>
            <ac:picMk id="5" creationId="{84E36E82-A1C2-4E89-8AF6-A45AE7A0AB72}"/>
          </ac:picMkLst>
        </pc:picChg>
        <pc:picChg chg="add del mod">
          <ac:chgData name="임 지아" userId="0b38afcf00efac6a" providerId="LiveId" clId="{2E39603B-C9FC-4E75-B09C-924EDB1ABD57}" dt="2020-04-06T12:52:49.788" v="2158" actId="21"/>
          <ac:picMkLst>
            <pc:docMk/>
            <pc:sldMk cId="3111800937" sldId="256"/>
            <ac:picMk id="6" creationId="{D27CCC41-27E3-4C43-BA19-0FFF6EC77D05}"/>
          </ac:picMkLst>
        </pc:picChg>
        <pc:picChg chg="add mod modCrop">
          <ac:chgData name="임 지아" userId="0b38afcf00efac6a" providerId="LiveId" clId="{2E39603B-C9FC-4E75-B09C-924EDB1ABD57}" dt="2020-04-06T07:04:19.637" v="1030" actId="14100"/>
          <ac:picMkLst>
            <pc:docMk/>
            <pc:sldMk cId="3111800937" sldId="256"/>
            <ac:picMk id="8" creationId="{58178B08-264F-4B62-A7D5-C7B75058B383}"/>
          </ac:picMkLst>
        </pc:picChg>
        <pc:picChg chg="add del mod">
          <ac:chgData name="임 지아" userId="0b38afcf00efac6a" providerId="LiveId" clId="{2E39603B-C9FC-4E75-B09C-924EDB1ABD57}" dt="2020-04-06T13:05:28.692" v="2160" actId="21"/>
          <ac:picMkLst>
            <pc:docMk/>
            <pc:sldMk cId="3111800937" sldId="256"/>
            <ac:picMk id="10" creationId="{5C8E744F-3E0F-4AF1-AFCA-902E41B2FFFE}"/>
          </ac:picMkLst>
        </pc:picChg>
        <pc:picChg chg="add del mod modCrop">
          <ac:chgData name="임 지아" userId="0b38afcf00efac6a" providerId="LiveId" clId="{2E39603B-C9FC-4E75-B09C-924EDB1ABD57}" dt="2020-04-06T07:13:26.367" v="1173" actId="478"/>
          <ac:picMkLst>
            <pc:docMk/>
            <pc:sldMk cId="3111800937" sldId="256"/>
            <ac:picMk id="10" creationId="{7B92E743-594B-4155-8BA8-6F71B99C517D}"/>
          </ac:picMkLst>
        </pc:picChg>
        <pc:picChg chg="add del mod">
          <ac:chgData name="임 지아" userId="0b38afcf00efac6a" providerId="LiveId" clId="{2E39603B-C9FC-4E75-B09C-924EDB1ABD57}" dt="2020-04-06T13:07:23.230" v="2162" actId="21"/>
          <ac:picMkLst>
            <pc:docMk/>
            <pc:sldMk cId="3111800937" sldId="256"/>
            <ac:picMk id="13" creationId="{00BB7593-2D83-4019-8BEA-E3B912BA27AB}"/>
          </ac:picMkLst>
        </pc:picChg>
        <pc:picChg chg="add del mod">
          <ac:chgData name="임 지아" userId="0b38afcf00efac6a" providerId="LiveId" clId="{2E39603B-C9FC-4E75-B09C-924EDB1ABD57}" dt="2020-04-06T13:18:18.186" v="2164" actId="21"/>
          <ac:picMkLst>
            <pc:docMk/>
            <pc:sldMk cId="3111800937" sldId="256"/>
            <ac:picMk id="14" creationId="{380E1692-39F9-4AAE-899C-AEE6D0D371A6}"/>
          </ac:picMkLst>
        </pc:picChg>
        <pc:picChg chg="add del mod">
          <ac:chgData name="임 지아" userId="0b38afcf00efac6a" providerId="LiveId" clId="{2E39603B-C9FC-4E75-B09C-924EDB1ABD57}" dt="2020-04-06T13:54:22.367" v="2168" actId="21"/>
          <ac:picMkLst>
            <pc:docMk/>
            <pc:sldMk cId="3111800937" sldId="256"/>
            <ac:picMk id="15" creationId="{E54FCF36-35C3-47A9-8F4C-3B7DC2F7291F}"/>
          </ac:picMkLst>
        </pc:picChg>
        <pc:picChg chg="add del mod">
          <ac:chgData name="임 지아" userId="0b38afcf00efac6a" providerId="LiveId" clId="{2E39603B-C9FC-4E75-B09C-924EDB1ABD57}" dt="2020-04-06T13:54:57.751" v="2170" actId="21"/>
          <ac:picMkLst>
            <pc:docMk/>
            <pc:sldMk cId="3111800937" sldId="256"/>
            <ac:picMk id="16" creationId="{4E446E21-403B-4857-8E06-994D04B0A84C}"/>
          </ac:picMkLst>
        </pc:picChg>
        <pc:picChg chg="add del mod modCrop">
          <ac:chgData name="임 지아" userId="0b38afcf00efac6a" providerId="LiveId" clId="{2E39603B-C9FC-4E75-B09C-924EDB1ABD57}" dt="2020-04-06T07:12:00.901" v="1155" actId="478"/>
          <ac:picMkLst>
            <pc:docMk/>
            <pc:sldMk cId="3111800937" sldId="256"/>
            <ac:picMk id="16" creationId="{AD816A50-B0BC-40B7-AFB4-D1605A960CDC}"/>
          </ac:picMkLst>
        </pc:picChg>
        <pc:picChg chg="add del mod">
          <ac:chgData name="임 지아" userId="0b38afcf00efac6a" providerId="LiveId" clId="{2E39603B-C9FC-4E75-B09C-924EDB1ABD57}" dt="2020-04-06T13:59:42.533" v="2172" actId="21"/>
          <ac:picMkLst>
            <pc:docMk/>
            <pc:sldMk cId="3111800937" sldId="256"/>
            <ac:picMk id="17" creationId="{5EAB2617-B5E4-4861-9602-F8ABE0A8DF14}"/>
          </ac:picMkLst>
        </pc:picChg>
        <pc:picChg chg="add del mod">
          <ac:chgData name="임 지아" userId="0b38afcf00efac6a" providerId="LiveId" clId="{2E39603B-C9FC-4E75-B09C-924EDB1ABD57}" dt="2020-04-06T14:04:49.754" v="2174" actId="478"/>
          <ac:picMkLst>
            <pc:docMk/>
            <pc:sldMk cId="3111800937" sldId="256"/>
            <ac:picMk id="18" creationId="{EF1F5FCA-C374-450B-9147-2E0B42BBF74E}"/>
          </ac:picMkLst>
        </pc:picChg>
        <pc:picChg chg="add del mod">
          <ac:chgData name="임 지아" userId="0b38afcf00efac6a" providerId="LiveId" clId="{2E39603B-C9FC-4E75-B09C-924EDB1ABD57}" dt="2020-04-06T14:06:04.675" v="2176" actId="21"/>
          <ac:picMkLst>
            <pc:docMk/>
            <pc:sldMk cId="3111800937" sldId="256"/>
            <ac:picMk id="19" creationId="{9A7ECD8C-E1F2-4BC0-8F93-A9D7FEC5ABC1}"/>
          </ac:picMkLst>
        </pc:picChg>
        <pc:picChg chg="add del mod">
          <ac:chgData name="임 지아" userId="0b38afcf00efac6a" providerId="LiveId" clId="{2E39603B-C9FC-4E75-B09C-924EDB1ABD57}" dt="2020-04-06T14:18:02.863" v="2182" actId="21"/>
          <ac:picMkLst>
            <pc:docMk/>
            <pc:sldMk cId="3111800937" sldId="256"/>
            <ac:picMk id="20" creationId="{AD2D33A1-6F8A-4E70-BDD9-B985AE527F6C}"/>
          </ac:picMkLst>
        </pc:picChg>
        <pc:picChg chg="add del mod">
          <ac:chgData name="임 지아" userId="0b38afcf00efac6a" providerId="LiveId" clId="{2E39603B-C9FC-4E75-B09C-924EDB1ABD57}" dt="2020-04-06T14:19:57.222" v="2184" actId="21"/>
          <ac:picMkLst>
            <pc:docMk/>
            <pc:sldMk cId="3111800937" sldId="256"/>
            <ac:picMk id="21" creationId="{373B7164-5B69-454D-992F-09AE794425A7}"/>
          </ac:picMkLst>
        </pc:picChg>
        <pc:picChg chg="add del mod">
          <ac:chgData name="임 지아" userId="0b38afcf00efac6a" providerId="LiveId" clId="{2E39603B-C9FC-4E75-B09C-924EDB1ABD57}" dt="2020-04-06T14:20:37.906" v="2186" actId="21"/>
          <ac:picMkLst>
            <pc:docMk/>
            <pc:sldMk cId="3111800937" sldId="256"/>
            <ac:picMk id="22" creationId="{5DCE56C8-1E35-4AC5-B51C-FF752ED38669}"/>
          </ac:picMkLst>
        </pc:picChg>
        <pc:picChg chg="add del mod">
          <ac:chgData name="임 지아" userId="0b38afcf00efac6a" providerId="LiveId" clId="{2E39603B-C9FC-4E75-B09C-924EDB1ABD57}" dt="2020-04-06T14:21:27.108" v="2188" actId="21"/>
          <ac:picMkLst>
            <pc:docMk/>
            <pc:sldMk cId="3111800937" sldId="256"/>
            <ac:picMk id="23" creationId="{4B11857D-D2B4-44DF-B4FD-604BAAB66E97}"/>
          </ac:picMkLst>
        </pc:picChg>
        <pc:picChg chg="add del mod">
          <ac:chgData name="임 지아" userId="0b38afcf00efac6a" providerId="LiveId" clId="{2E39603B-C9FC-4E75-B09C-924EDB1ABD57}" dt="2020-04-06T14:21:52.603" v="2190" actId="21"/>
          <ac:picMkLst>
            <pc:docMk/>
            <pc:sldMk cId="3111800937" sldId="256"/>
            <ac:picMk id="24" creationId="{301B5FE3-7BEB-43B6-846A-9D9193460DAF}"/>
          </ac:picMkLst>
        </pc:picChg>
        <pc:picChg chg="add del mod">
          <ac:chgData name="임 지아" userId="0b38afcf00efac6a" providerId="LiveId" clId="{2E39603B-C9FC-4E75-B09C-924EDB1ABD57}" dt="2020-04-06T14:25:27.538" v="2192" actId="21"/>
          <ac:picMkLst>
            <pc:docMk/>
            <pc:sldMk cId="3111800937" sldId="256"/>
            <ac:picMk id="25" creationId="{982E7664-5014-4AC8-84C1-746B52DA5D98}"/>
          </ac:picMkLst>
        </pc:picChg>
      </pc:sldChg>
      <pc:sldChg chg="addSp delSp modSp mod modAnim">
        <pc:chgData name="임 지아" userId="0b38afcf00efac6a" providerId="LiveId" clId="{2E39603B-C9FC-4E75-B09C-924EDB1ABD57}" dt="2020-04-06T12:02:57.279" v="2087"/>
        <pc:sldMkLst>
          <pc:docMk/>
          <pc:sldMk cId="2837523059" sldId="257"/>
        </pc:sldMkLst>
        <pc:spChg chg="mod">
          <ac:chgData name="임 지아" userId="0b38afcf00efac6a" providerId="LiveId" clId="{2E39603B-C9FC-4E75-B09C-924EDB1ABD57}" dt="2020-04-06T06:50:02.598" v="911"/>
          <ac:spMkLst>
            <pc:docMk/>
            <pc:sldMk cId="2837523059" sldId="257"/>
            <ac:spMk id="28" creationId="{0FBF1AEE-6B70-4514-A8C5-08F6EBE7F70C}"/>
          </ac:spMkLst>
        </pc:spChg>
        <pc:spChg chg="del">
          <ac:chgData name="임 지아" userId="0b38afcf00efac6a" providerId="LiveId" clId="{2E39603B-C9FC-4E75-B09C-924EDB1ABD57}" dt="2020-04-06T05:14:54.928" v="828" actId="478"/>
          <ac:spMkLst>
            <pc:docMk/>
            <pc:sldMk cId="2837523059" sldId="257"/>
            <ac:spMk id="30" creationId="{6870C216-F6EC-4CB5-B6B5-496A651FACEF}"/>
          </ac:spMkLst>
        </pc:spChg>
        <pc:spChg chg="mod">
          <ac:chgData name="임 지아" userId="0b38afcf00efac6a" providerId="LiveId" clId="{2E39603B-C9FC-4E75-B09C-924EDB1ABD57}" dt="2020-04-06T05:26:24.396" v="844" actId="1076"/>
          <ac:spMkLst>
            <pc:docMk/>
            <pc:sldMk cId="2837523059" sldId="257"/>
            <ac:spMk id="36" creationId="{32CC0D5F-14FC-4D76-B7B2-3FAB16A29704}"/>
          </ac:spMkLst>
        </pc:spChg>
        <pc:spChg chg="mod">
          <ac:chgData name="임 지아" userId="0b38afcf00efac6a" providerId="LiveId" clId="{2E39603B-C9FC-4E75-B09C-924EDB1ABD57}" dt="2020-04-06T07:04:49.232" v="1037" actId="1076"/>
          <ac:spMkLst>
            <pc:docMk/>
            <pc:sldMk cId="2837523059" sldId="257"/>
            <ac:spMk id="37" creationId="{807A7F16-290C-4A9F-8DF9-F3AB85135E03}"/>
          </ac:spMkLst>
        </pc:spChg>
        <pc:spChg chg="mod">
          <ac:chgData name="임 지아" userId="0b38afcf00efac6a" providerId="LiveId" clId="{2E39603B-C9FC-4E75-B09C-924EDB1ABD57}" dt="2020-04-06T07:05:38.355" v="1042" actId="1076"/>
          <ac:spMkLst>
            <pc:docMk/>
            <pc:sldMk cId="2837523059" sldId="257"/>
            <ac:spMk id="38" creationId="{6E3916C4-E308-4D8A-BA21-74FE2C10ED8A}"/>
          </ac:spMkLst>
        </pc:spChg>
        <pc:spChg chg="mod">
          <ac:chgData name="임 지아" userId="0b38afcf00efac6a" providerId="LiveId" clId="{2E39603B-C9FC-4E75-B09C-924EDB1ABD57}" dt="2020-04-06T06:49:34.700" v="897" actId="1076"/>
          <ac:spMkLst>
            <pc:docMk/>
            <pc:sldMk cId="2837523059" sldId="257"/>
            <ac:spMk id="54" creationId="{EA6CF844-C9EB-491E-BB7E-7198C5F3651C}"/>
          </ac:spMkLst>
        </pc:spChg>
        <pc:spChg chg="mod">
          <ac:chgData name="임 지아" userId="0b38afcf00efac6a" providerId="LiveId" clId="{2E39603B-C9FC-4E75-B09C-924EDB1ABD57}" dt="2020-04-06T07:10:34.715" v="1050" actId="20577"/>
          <ac:spMkLst>
            <pc:docMk/>
            <pc:sldMk cId="2837523059" sldId="257"/>
            <ac:spMk id="55" creationId="{93881295-D63B-4961-8282-9C870347EA61}"/>
          </ac:spMkLst>
        </pc:spChg>
        <pc:spChg chg="mod">
          <ac:chgData name="임 지아" userId="0b38afcf00efac6a" providerId="LiveId" clId="{2E39603B-C9FC-4E75-B09C-924EDB1ABD57}" dt="2020-04-06T10:27:59.295" v="1346" actId="20577"/>
          <ac:spMkLst>
            <pc:docMk/>
            <pc:sldMk cId="2837523059" sldId="257"/>
            <ac:spMk id="57" creationId="{90A31CBB-5845-4C3E-A66E-9163EB519AAB}"/>
          </ac:spMkLst>
        </pc:spChg>
        <pc:grpChg chg="mod">
          <ac:chgData name="임 지아" userId="0b38afcf00efac6a" providerId="LiveId" clId="{2E39603B-C9FC-4E75-B09C-924EDB1ABD57}" dt="2020-04-06T07:04:45.044" v="1036" actId="1076"/>
          <ac:grpSpMkLst>
            <pc:docMk/>
            <pc:sldMk cId="2837523059" sldId="257"/>
            <ac:grpSpMk id="35" creationId="{FA359AA4-8159-43B6-9F0A-0D94F5C5E330}"/>
          </ac:grpSpMkLst>
        </pc:grpChg>
        <pc:picChg chg="add del">
          <ac:chgData name="임 지아" userId="0b38afcf00efac6a" providerId="LiveId" clId="{2E39603B-C9FC-4E75-B09C-924EDB1ABD57}" dt="2020-04-06T07:10:29.821" v="1049" actId="478"/>
          <ac:picMkLst>
            <pc:docMk/>
            <pc:sldMk cId="2837523059" sldId="257"/>
            <ac:picMk id="39" creationId="{A7BDAFD1-12D7-4929-8E5D-D3A4545BE88F}"/>
          </ac:picMkLst>
        </pc:picChg>
      </pc:sldChg>
      <pc:sldChg chg="del">
        <pc:chgData name="임 지아" userId="0b38afcf00efac6a" providerId="LiveId" clId="{2E39603B-C9FC-4E75-B09C-924EDB1ABD57}" dt="2020-04-06T10:46:45.009" v="1705" actId="47"/>
        <pc:sldMkLst>
          <pc:docMk/>
          <pc:sldMk cId="204405283" sldId="259"/>
        </pc:sldMkLst>
      </pc:sldChg>
      <pc:sldChg chg="addSp delSp modSp mod modAnim">
        <pc:chgData name="임 지아" userId="0b38afcf00efac6a" providerId="LiveId" clId="{2E39603B-C9FC-4E75-B09C-924EDB1ABD57}" dt="2020-04-06T12:02:45.262" v="2085"/>
        <pc:sldMkLst>
          <pc:docMk/>
          <pc:sldMk cId="417236707" sldId="261"/>
        </pc:sldMkLst>
        <pc:spChg chg="add del">
          <ac:chgData name="임 지아" userId="0b38afcf00efac6a" providerId="LiveId" clId="{2E39603B-C9FC-4E75-B09C-924EDB1ABD57}" dt="2020-04-06T01:46:44.615" v="502"/>
          <ac:spMkLst>
            <pc:docMk/>
            <pc:sldMk cId="417236707" sldId="261"/>
            <ac:spMk id="4" creationId="{9D844CEC-6D2F-4709-9662-E1632A07DB45}"/>
          </ac:spMkLst>
        </pc:spChg>
        <pc:spChg chg="del mod">
          <ac:chgData name="임 지아" userId="0b38afcf00efac6a" providerId="LiveId" clId="{2E39603B-C9FC-4E75-B09C-924EDB1ABD57}" dt="2020-04-06T01:52:17.295" v="565" actId="478"/>
          <ac:spMkLst>
            <pc:docMk/>
            <pc:sldMk cId="417236707" sldId="261"/>
            <ac:spMk id="28" creationId="{0FBF1AEE-6B70-4514-A8C5-08F6EBE7F70C}"/>
          </ac:spMkLst>
        </pc:spChg>
        <pc:spChg chg="del">
          <ac:chgData name="임 지아" userId="0b38afcf00efac6a" providerId="LiveId" clId="{2E39603B-C9FC-4E75-B09C-924EDB1ABD57}" dt="2020-04-05T13:53:50.185" v="467" actId="478"/>
          <ac:spMkLst>
            <pc:docMk/>
            <pc:sldMk cId="417236707" sldId="261"/>
            <ac:spMk id="30" creationId="{6870C216-F6EC-4CB5-B6B5-496A651FACEF}"/>
          </ac:spMkLst>
        </pc:spChg>
        <pc:spChg chg="del">
          <ac:chgData name="임 지아" userId="0b38afcf00efac6a" providerId="LiveId" clId="{2E39603B-C9FC-4E75-B09C-924EDB1ABD57}" dt="2020-04-05T14:26:01.883" v="471" actId="478"/>
          <ac:spMkLst>
            <pc:docMk/>
            <pc:sldMk cId="417236707" sldId="261"/>
            <ac:spMk id="35" creationId="{A9FE1B9C-4B3E-43C9-88E2-89C954C3D331}"/>
          </ac:spMkLst>
        </pc:spChg>
        <pc:spChg chg="del">
          <ac:chgData name="임 지아" userId="0b38afcf00efac6a" providerId="LiveId" clId="{2E39603B-C9FC-4E75-B09C-924EDB1ABD57}" dt="2020-04-05T14:26:01.883" v="471" actId="478"/>
          <ac:spMkLst>
            <pc:docMk/>
            <pc:sldMk cId="417236707" sldId="261"/>
            <ac:spMk id="37" creationId="{9119FF94-082D-4226-853A-D0A895B8F555}"/>
          </ac:spMkLst>
        </pc:spChg>
        <pc:spChg chg="mod">
          <ac:chgData name="임 지아" userId="0b38afcf00efac6a" providerId="LiveId" clId="{2E39603B-C9FC-4E75-B09C-924EDB1ABD57}" dt="2020-04-06T01:51:39.833" v="558" actId="1076"/>
          <ac:spMkLst>
            <pc:docMk/>
            <pc:sldMk cId="417236707" sldId="261"/>
            <ac:spMk id="38" creationId="{B6DBCE9E-4122-4BE1-A998-0E6BB98D3446}"/>
          </ac:spMkLst>
        </pc:spChg>
        <pc:spChg chg="add mod">
          <ac:chgData name="임 지아" userId="0b38afcf00efac6a" providerId="LiveId" clId="{2E39603B-C9FC-4E75-B09C-924EDB1ABD57}" dt="2020-04-06T01:52:24.475" v="578"/>
          <ac:spMkLst>
            <pc:docMk/>
            <pc:sldMk cId="417236707" sldId="261"/>
            <ac:spMk id="39" creationId="{BA3ABFBC-735A-45CF-8857-8ABC21DEA649}"/>
          </ac:spMkLst>
        </pc:spChg>
        <pc:spChg chg="del">
          <ac:chgData name="임 지아" userId="0b38afcf00efac6a" providerId="LiveId" clId="{2E39603B-C9FC-4E75-B09C-924EDB1ABD57}" dt="2020-04-06T01:48:37.030" v="535" actId="478"/>
          <ac:spMkLst>
            <pc:docMk/>
            <pc:sldMk cId="417236707" sldId="261"/>
            <ac:spMk id="50" creationId="{E4ACEF19-E8EE-4BC9-BAB6-F56E0422D0B4}"/>
          </ac:spMkLst>
        </pc:spChg>
        <pc:spChg chg="mod">
          <ac:chgData name="임 지아" userId="0b38afcf00efac6a" providerId="LiveId" clId="{2E39603B-C9FC-4E75-B09C-924EDB1ABD57}" dt="2020-04-06T01:51:30.940" v="557" actId="1076"/>
          <ac:spMkLst>
            <pc:docMk/>
            <pc:sldMk cId="417236707" sldId="261"/>
            <ac:spMk id="54" creationId="{9C326A27-DA86-4608-9FA4-BEE84AB755E9}"/>
          </ac:spMkLst>
        </pc:spChg>
        <pc:spChg chg="mod">
          <ac:chgData name="임 지아" userId="0b38afcf00efac6a" providerId="LiveId" clId="{2E39603B-C9FC-4E75-B09C-924EDB1ABD57}" dt="2020-04-06T01:53:19.871" v="653" actId="1076"/>
          <ac:spMkLst>
            <pc:docMk/>
            <pc:sldMk cId="417236707" sldId="261"/>
            <ac:spMk id="57" creationId="{BD2E6F84-1EA7-4338-9111-A6462A06F9F6}"/>
          </ac:spMkLst>
        </pc:spChg>
        <pc:grpChg chg="del">
          <ac:chgData name="임 지아" userId="0b38afcf00efac6a" providerId="LiveId" clId="{2E39603B-C9FC-4E75-B09C-924EDB1ABD57}" dt="2020-04-05T14:26:03.936" v="472" actId="478"/>
          <ac:grpSpMkLst>
            <pc:docMk/>
            <pc:sldMk cId="417236707" sldId="261"/>
            <ac:grpSpMk id="8" creationId="{C71E2D57-4A4D-4887-8055-846646704D38}"/>
          </ac:grpSpMkLst>
        </pc:grpChg>
        <pc:picChg chg="add mod">
          <ac:chgData name="임 지아" userId="0b38afcf00efac6a" providerId="LiveId" clId="{2E39603B-C9FC-4E75-B09C-924EDB1ABD57}" dt="2020-04-06T01:52:36.087" v="582" actId="1076"/>
          <ac:picMkLst>
            <pc:docMk/>
            <pc:sldMk cId="417236707" sldId="261"/>
            <ac:picMk id="2" creationId="{F9DC919C-BFC4-4B2D-90AB-6E8A3E7244DC}"/>
          </ac:picMkLst>
        </pc:picChg>
        <pc:picChg chg="add del mod">
          <ac:chgData name="임 지아" userId="0b38afcf00efac6a" providerId="LiveId" clId="{2E39603B-C9FC-4E75-B09C-924EDB1ABD57}" dt="2020-04-06T01:52:32.868" v="581" actId="478"/>
          <ac:picMkLst>
            <pc:docMk/>
            <pc:sldMk cId="417236707" sldId="261"/>
            <ac:picMk id="3" creationId="{CF2E2891-C43F-44C1-954C-A2B5A607AF69}"/>
          </ac:picMkLst>
        </pc:picChg>
        <pc:picChg chg="add del">
          <ac:chgData name="임 지아" userId="0b38afcf00efac6a" providerId="LiveId" clId="{2E39603B-C9FC-4E75-B09C-924EDB1ABD57}" dt="2020-04-06T01:46:55.273" v="504" actId="21"/>
          <ac:picMkLst>
            <pc:docMk/>
            <pc:sldMk cId="417236707" sldId="261"/>
            <ac:picMk id="9" creationId="{5D0A4190-9338-410E-A49C-C3E9B1C66AAB}"/>
          </ac:picMkLst>
        </pc:picChg>
        <pc:picChg chg="add mod">
          <ac:chgData name="임 지아" userId="0b38afcf00efac6a" providerId="LiveId" clId="{2E39603B-C9FC-4E75-B09C-924EDB1ABD57}" dt="2020-04-06T01:53:39.815" v="657" actId="1076"/>
          <ac:picMkLst>
            <pc:docMk/>
            <pc:sldMk cId="417236707" sldId="261"/>
            <ac:picMk id="11" creationId="{16B86554-6755-41C9-9453-55BEFBCC12DA}"/>
          </ac:picMkLst>
        </pc:picChg>
        <pc:picChg chg="add del mod">
          <ac:chgData name="임 지아" userId="0b38afcf00efac6a" providerId="LiveId" clId="{2E39603B-C9FC-4E75-B09C-924EDB1ABD57}" dt="2020-04-06T06:02:04.754" v="849" actId="478"/>
          <ac:picMkLst>
            <pc:docMk/>
            <pc:sldMk cId="417236707" sldId="261"/>
            <ac:picMk id="13" creationId="{58661B83-F325-444D-92E1-6F829E1D32F4}"/>
          </ac:picMkLst>
        </pc:picChg>
        <pc:picChg chg="del">
          <ac:chgData name="임 지아" userId="0b38afcf00efac6a" providerId="LiveId" clId="{2E39603B-C9FC-4E75-B09C-924EDB1ABD57}" dt="2020-04-05T14:26:01.883" v="471" actId="478"/>
          <ac:picMkLst>
            <pc:docMk/>
            <pc:sldMk cId="417236707" sldId="261"/>
            <ac:picMk id="32" creationId="{5BA4B7E6-D78B-4680-BEA6-DD335B6597A1}"/>
          </ac:picMkLst>
        </pc:picChg>
        <pc:picChg chg="del">
          <ac:chgData name="임 지아" userId="0b38afcf00efac6a" providerId="LiveId" clId="{2E39603B-C9FC-4E75-B09C-924EDB1ABD57}" dt="2020-04-05T14:26:01.883" v="471" actId="478"/>
          <ac:picMkLst>
            <pc:docMk/>
            <pc:sldMk cId="417236707" sldId="261"/>
            <ac:picMk id="33" creationId="{694B6CCD-79DA-4B84-990F-51180A7587FE}"/>
          </ac:picMkLst>
        </pc:picChg>
        <pc:picChg chg="del">
          <ac:chgData name="임 지아" userId="0b38afcf00efac6a" providerId="LiveId" clId="{2E39603B-C9FC-4E75-B09C-924EDB1ABD57}" dt="2020-04-05T14:26:01.883" v="471" actId="478"/>
          <ac:picMkLst>
            <pc:docMk/>
            <pc:sldMk cId="417236707" sldId="261"/>
            <ac:picMk id="34" creationId="{D2C9E096-CD48-4FD4-8788-5E7FC62EA8D3}"/>
          </ac:picMkLst>
        </pc:picChg>
        <pc:picChg chg="add del">
          <ac:chgData name="임 지아" userId="0b38afcf00efac6a" providerId="LiveId" clId="{2E39603B-C9FC-4E75-B09C-924EDB1ABD57}" dt="2020-04-06T01:53:48.141" v="659" actId="478"/>
          <ac:picMkLst>
            <pc:docMk/>
            <pc:sldMk cId="417236707" sldId="261"/>
            <ac:picMk id="40" creationId="{90EC682F-BE34-4FA7-92BC-2944DF0AA911}"/>
          </ac:picMkLst>
        </pc:picChg>
        <pc:picChg chg="add mod">
          <ac:chgData name="임 지아" userId="0b38afcf00efac6a" providerId="LiveId" clId="{2E39603B-C9FC-4E75-B09C-924EDB1ABD57}" dt="2020-04-06T06:02:14.282" v="852" actId="1076"/>
          <ac:picMkLst>
            <pc:docMk/>
            <pc:sldMk cId="417236707" sldId="261"/>
            <ac:picMk id="41" creationId="{C656C705-3099-4D00-B792-D69FD5640E26}"/>
          </ac:picMkLst>
        </pc:picChg>
        <pc:picChg chg="add del">
          <ac:chgData name="임 지아" userId="0b38afcf00efac6a" providerId="LiveId" clId="{2E39603B-C9FC-4E75-B09C-924EDB1ABD57}" dt="2020-04-06T10:46:27.332" v="1704" actId="478"/>
          <ac:picMkLst>
            <pc:docMk/>
            <pc:sldMk cId="417236707" sldId="261"/>
            <ac:picMk id="42" creationId="{EC8B4CE4-C673-4EC9-8E70-FC6A2790222C}"/>
          </ac:picMkLst>
        </pc:picChg>
      </pc:sldChg>
      <pc:sldChg chg="addSp delSp modSp mod ord">
        <pc:chgData name="임 지아" userId="0b38afcf00efac6a" providerId="LiveId" clId="{2E39603B-C9FC-4E75-B09C-924EDB1ABD57}" dt="2020-04-06T06:03:52.691" v="867" actId="1076"/>
        <pc:sldMkLst>
          <pc:docMk/>
          <pc:sldMk cId="2777084010" sldId="262"/>
        </pc:sldMkLst>
        <pc:spChg chg="add del mod">
          <ac:chgData name="임 지아" userId="0b38afcf00efac6a" providerId="LiveId" clId="{2E39603B-C9FC-4E75-B09C-924EDB1ABD57}" dt="2020-04-06T06:03:16.613" v="858" actId="478"/>
          <ac:spMkLst>
            <pc:docMk/>
            <pc:sldMk cId="2777084010" sldId="262"/>
            <ac:spMk id="3" creationId="{8D72835D-366B-420C-8791-37A59583E6CF}"/>
          </ac:spMkLst>
        </pc:spChg>
        <pc:spChg chg="add mod">
          <ac:chgData name="임 지아" userId="0b38afcf00efac6a" providerId="LiveId" clId="{2E39603B-C9FC-4E75-B09C-924EDB1ABD57}" dt="2020-04-06T06:03:52.691" v="867" actId="1076"/>
          <ac:spMkLst>
            <pc:docMk/>
            <pc:sldMk cId="2777084010" sldId="262"/>
            <ac:spMk id="11" creationId="{ED095E28-CEF2-45EC-87B1-F1A1F572E1B4}"/>
          </ac:spMkLst>
        </pc:spChg>
        <pc:spChg chg="del">
          <ac:chgData name="임 지아" userId="0b38afcf00efac6a" providerId="LiveId" clId="{2E39603B-C9FC-4E75-B09C-924EDB1ABD57}" dt="2020-04-06T06:03:04.031" v="853" actId="478"/>
          <ac:spMkLst>
            <pc:docMk/>
            <pc:sldMk cId="2777084010" sldId="262"/>
            <ac:spMk id="23" creationId="{CEFBC392-A5FC-40DA-AEEE-37F436D70890}"/>
          </ac:spMkLst>
        </pc:spChg>
        <pc:spChg chg="del">
          <ac:chgData name="임 지아" userId="0b38afcf00efac6a" providerId="LiveId" clId="{2E39603B-C9FC-4E75-B09C-924EDB1ABD57}" dt="2020-04-06T06:03:04.031" v="853" actId="478"/>
          <ac:spMkLst>
            <pc:docMk/>
            <pc:sldMk cId="2777084010" sldId="262"/>
            <ac:spMk id="24" creationId="{D476560B-F954-4238-96E5-743C9FFB80C7}"/>
          </ac:spMkLst>
        </pc:spChg>
        <pc:spChg chg="del">
          <ac:chgData name="임 지아" userId="0b38afcf00efac6a" providerId="LiveId" clId="{2E39603B-C9FC-4E75-B09C-924EDB1ABD57}" dt="2020-04-06T06:03:04.031" v="853" actId="478"/>
          <ac:spMkLst>
            <pc:docMk/>
            <pc:sldMk cId="2777084010" sldId="262"/>
            <ac:spMk id="25" creationId="{29853283-6D59-4BBA-AC60-050DD2725C58}"/>
          </ac:spMkLst>
        </pc:spChg>
        <pc:spChg chg="del">
          <ac:chgData name="임 지아" userId="0b38afcf00efac6a" providerId="LiveId" clId="{2E39603B-C9FC-4E75-B09C-924EDB1ABD57}" dt="2020-04-06T06:03:04.031" v="853" actId="478"/>
          <ac:spMkLst>
            <pc:docMk/>
            <pc:sldMk cId="2777084010" sldId="262"/>
            <ac:spMk id="26" creationId="{2C4D7156-A8A2-4D52-A3B2-9E0D36FEAA63}"/>
          </ac:spMkLst>
        </pc:spChg>
        <pc:spChg chg="mod">
          <ac:chgData name="임 지아" userId="0b38afcf00efac6a" providerId="LiveId" clId="{2E39603B-C9FC-4E75-B09C-924EDB1ABD57}" dt="2020-04-06T01:29:00.596" v="497"/>
          <ac:spMkLst>
            <pc:docMk/>
            <pc:sldMk cId="2777084010" sldId="262"/>
            <ac:spMk id="28" creationId="{0FBF1AEE-6B70-4514-A8C5-08F6EBE7F70C}"/>
          </ac:spMkLst>
        </pc:spChg>
        <pc:spChg chg="del">
          <ac:chgData name="임 지아" userId="0b38afcf00efac6a" providerId="LiveId" clId="{2E39603B-C9FC-4E75-B09C-924EDB1ABD57}" dt="2020-04-06T06:03:19.386" v="859" actId="478"/>
          <ac:spMkLst>
            <pc:docMk/>
            <pc:sldMk cId="2777084010" sldId="262"/>
            <ac:spMk id="30" creationId="{6870C216-F6EC-4CB5-B6B5-496A651FACEF}"/>
          </ac:spMkLst>
        </pc:spChg>
        <pc:spChg chg="del">
          <ac:chgData name="임 지아" userId="0b38afcf00efac6a" providerId="LiveId" clId="{2E39603B-C9FC-4E75-B09C-924EDB1ABD57}" dt="2020-04-06T06:03:04.031" v="853" actId="478"/>
          <ac:spMkLst>
            <pc:docMk/>
            <pc:sldMk cId="2777084010" sldId="262"/>
            <ac:spMk id="32" creationId="{6B8B04EF-4034-4A01-959B-4439A20A96DF}"/>
          </ac:spMkLst>
        </pc:spChg>
        <pc:grpChg chg="del">
          <ac:chgData name="임 지아" userId="0b38afcf00efac6a" providerId="LiveId" clId="{2E39603B-C9FC-4E75-B09C-924EDB1ABD57}" dt="2020-04-06T06:03:04.031" v="853" actId="478"/>
          <ac:grpSpMkLst>
            <pc:docMk/>
            <pc:sldMk cId="2777084010" sldId="262"/>
            <ac:grpSpMk id="2" creationId="{4AB27394-BA6B-4FFB-BBD1-EFCB3F183D28}"/>
          </ac:grpSpMkLst>
        </pc:grpChg>
        <pc:picChg chg="del">
          <ac:chgData name="임 지아" userId="0b38afcf00efac6a" providerId="LiveId" clId="{2E39603B-C9FC-4E75-B09C-924EDB1ABD57}" dt="2020-04-06T06:03:04.031" v="853" actId="478"/>
          <ac:picMkLst>
            <pc:docMk/>
            <pc:sldMk cId="2777084010" sldId="262"/>
            <ac:picMk id="12" creationId="{FABB6D13-F941-4E02-9886-FE1E9919A718}"/>
          </ac:picMkLst>
        </pc:picChg>
        <pc:picChg chg="del">
          <ac:chgData name="임 지아" userId="0b38afcf00efac6a" providerId="LiveId" clId="{2E39603B-C9FC-4E75-B09C-924EDB1ABD57}" dt="2020-04-06T06:03:04.031" v="853" actId="478"/>
          <ac:picMkLst>
            <pc:docMk/>
            <pc:sldMk cId="2777084010" sldId="262"/>
            <ac:picMk id="13" creationId="{4E4E10E5-D8E2-45B5-9EB2-E71B4145C4A2}"/>
          </ac:picMkLst>
        </pc:picChg>
        <pc:picChg chg="del">
          <ac:chgData name="임 지아" userId="0b38afcf00efac6a" providerId="LiveId" clId="{2E39603B-C9FC-4E75-B09C-924EDB1ABD57}" dt="2020-04-06T06:03:04.031" v="853" actId="478"/>
          <ac:picMkLst>
            <pc:docMk/>
            <pc:sldMk cId="2777084010" sldId="262"/>
            <ac:picMk id="14" creationId="{77A14A33-6DA1-4C13-9FEB-78B2EEE4DF57}"/>
          </ac:picMkLst>
        </pc:picChg>
        <pc:picChg chg="del">
          <ac:chgData name="임 지아" userId="0b38afcf00efac6a" providerId="LiveId" clId="{2E39603B-C9FC-4E75-B09C-924EDB1ABD57}" dt="2020-04-06T06:03:04.031" v="853" actId="478"/>
          <ac:picMkLst>
            <pc:docMk/>
            <pc:sldMk cId="2777084010" sldId="262"/>
            <ac:picMk id="15" creationId="{F6519333-CA05-44F3-B6C4-9ADC0BACEA2D}"/>
          </ac:picMkLst>
        </pc:picChg>
        <pc:picChg chg="del">
          <ac:chgData name="임 지아" userId="0b38afcf00efac6a" providerId="LiveId" clId="{2E39603B-C9FC-4E75-B09C-924EDB1ABD57}" dt="2020-04-06T06:03:04.031" v="853" actId="478"/>
          <ac:picMkLst>
            <pc:docMk/>
            <pc:sldMk cId="2777084010" sldId="262"/>
            <ac:picMk id="16" creationId="{5264C0CA-6455-4CE9-8290-29C0DB56102A}"/>
          </ac:picMkLst>
        </pc:picChg>
        <pc:picChg chg="add del mod">
          <ac:chgData name="임 지아" userId="0b38afcf00efac6a" providerId="LiveId" clId="{2E39603B-C9FC-4E75-B09C-924EDB1ABD57}" dt="2020-04-06T06:03:16.613" v="858" actId="478"/>
          <ac:picMkLst>
            <pc:docMk/>
            <pc:sldMk cId="2777084010" sldId="262"/>
            <ac:picMk id="1025" creationId="{42202B7A-C389-457E-AFC8-7BC00816CAEC}"/>
          </ac:picMkLst>
        </pc:picChg>
        <pc:picChg chg="add mod">
          <ac:chgData name="임 지아" userId="0b38afcf00efac6a" providerId="LiveId" clId="{2E39603B-C9FC-4E75-B09C-924EDB1ABD57}" dt="2020-04-06T06:03:52.691" v="867" actId="1076"/>
          <ac:picMkLst>
            <pc:docMk/>
            <pc:sldMk cId="2777084010" sldId="262"/>
            <ac:picMk id="1027" creationId="{04F53174-233F-4C9A-BE27-A9C2DF1C74DE}"/>
          </ac:picMkLst>
        </pc:picChg>
        <pc:cxnChg chg="del">
          <ac:chgData name="임 지아" userId="0b38afcf00efac6a" providerId="LiveId" clId="{2E39603B-C9FC-4E75-B09C-924EDB1ABD57}" dt="2020-04-06T06:03:04.031" v="853" actId="478"/>
          <ac:cxnSpMkLst>
            <pc:docMk/>
            <pc:sldMk cId="2777084010" sldId="262"/>
            <ac:cxnSpMk id="4" creationId="{BBA20E32-AE08-4CEE-A18E-E730E8133C7E}"/>
          </ac:cxnSpMkLst>
        </pc:cxnChg>
        <pc:cxnChg chg="del">
          <ac:chgData name="임 지아" userId="0b38afcf00efac6a" providerId="LiveId" clId="{2E39603B-C9FC-4E75-B09C-924EDB1ABD57}" dt="2020-04-06T06:03:04.031" v="853" actId="478"/>
          <ac:cxnSpMkLst>
            <pc:docMk/>
            <pc:sldMk cId="2777084010" sldId="262"/>
            <ac:cxnSpMk id="19" creationId="{EB14C264-8E51-4A5B-87E4-CCE15CA83CBF}"/>
          </ac:cxnSpMkLst>
        </pc:cxnChg>
        <pc:cxnChg chg="del">
          <ac:chgData name="임 지아" userId="0b38afcf00efac6a" providerId="LiveId" clId="{2E39603B-C9FC-4E75-B09C-924EDB1ABD57}" dt="2020-04-06T06:03:04.031" v="853" actId="478"/>
          <ac:cxnSpMkLst>
            <pc:docMk/>
            <pc:sldMk cId="2777084010" sldId="262"/>
            <ac:cxnSpMk id="20" creationId="{C75EB6E2-D69A-4B4B-B527-6B6583E55936}"/>
          </ac:cxnSpMkLst>
        </pc:cxnChg>
        <pc:cxnChg chg="del">
          <ac:chgData name="임 지아" userId="0b38afcf00efac6a" providerId="LiveId" clId="{2E39603B-C9FC-4E75-B09C-924EDB1ABD57}" dt="2020-04-06T06:03:04.031" v="853" actId="478"/>
          <ac:cxnSpMkLst>
            <pc:docMk/>
            <pc:sldMk cId="2777084010" sldId="262"/>
            <ac:cxnSpMk id="21" creationId="{8711798E-86BF-404A-91EE-726F1609A26E}"/>
          </ac:cxnSpMkLst>
        </pc:cxnChg>
        <pc:cxnChg chg="del">
          <ac:chgData name="임 지아" userId="0b38afcf00efac6a" providerId="LiveId" clId="{2E39603B-C9FC-4E75-B09C-924EDB1ABD57}" dt="2020-04-06T06:03:04.031" v="853" actId="478"/>
          <ac:cxnSpMkLst>
            <pc:docMk/>
            <pc:sldMk cId="2777084010" sldId="262"/>
            <ac:cxnSpMk id="31" creationId="{C1AC4A40-725E-4E88-B2EE-7B2E30EDE656}"/>
          </ac:cxnSpMkLst>
        </pc:cxnChg>
      </pc:sldChg>
      <pc:sldChg chg="del">
        <pc:chgData name="임 지아" userId="0b38afcf00efac6a" providerId="LiveId" clId="{2E39603B-C9FC-4E75-B09C-924EDB1ABD57}" dt="2020-04-06T10:46:48.041" v="1707" actId="47"/>
        <pc:sldMkLst>
          <pc:docMk/>
          <pc:sldMk cId="1359675606" sldId="263"/>
        </pc:sldMkLst>
      </pc:sldChg>
      <pc:sldChg chg="del">
        <pc:chgData name="임 지아" userId="0b38afcf00efac6a" providerId="LiveId" clId="{2E39603B-C9FC-4E75-B09C-924EDB1ABD57}" dt="2020-04-06T10:46:47.197" v="1706" actId="47"/>
        <pc:sldMkLst>
          <pc:docMk/>
          <pc:sldMk cId="3518747633" sldId="264"/>
        </pc:sldMkLst>
      </pc:sldChg>
      <pc:sldChg chg="del">
        <pc:chgData name="임 지아" userId="0b38afcf00efac6a" providerId="LiveId" clId="{2E39603B-C9FC-4E75-B09C-924EDB1ABD57}" dt="2020-04-06T10:46:15.584" v="1703" actId="47"/>
        <pc:sldMkLst>
          <pc:docMk/>
          <pc:sldMk cId="2225303155" sldId="265"/>
        </pc:sldMkLst>
      </pc:sldChg>
      <pc:sldChg chg="addSp delSp modSp mod">
        <pc:chgData name="임 지아" userId="0b38afcf00efac6a" providerId="LiveId" clId="{2E39603B-C9FC-4E75-B09C-924EDB1ABD57}" dt="2020-04-06T05:27:21.440" v="847" actId="403"/>
        <pc:sldMkLst>
          <pc:docMk/>
          <pc:sldMk cId="445365773" sldId="267"/>
        </pc:sldMkLst>
        <pc:spChg chg="mod topLvl">
          <ac:chgData name="임 지아" userId="0b38afcf00efac6a" providerId="LiveId" clId="{2E39603B-C9FC-4E75-B09C-924EDB1ABD57}" dt="2020-04-06T05:03:40.403" v="666" actId="165"/>
          <ac:spMkLst>
            <pc:docMk/>
            <pc:sldMk cId="445365773" sldId="267"/>
            <ac:spMk id="18" creationId="{79DCEFD1-8137-41F9-9E90-3ADA27186FEA}"/>
          </ac:spMkLst>
        </pc:spChg>
        <pc:spChg chg="mod topLvl">
          <ac:chgData name="임 지아" userId="0b38afcf00efac6a" providerId="LiveId" clId="{2E39603B-C9FC-4E75-B09C-924EDB1ABD57}" dt="2020-04-06T05:03:40.403" v="666" actId="165"/>
          <ac:spMkLst>
            <pc:docMk/>
            <pc:sldMk cId="445365773" sldId="267"/>
            <ac:spMk id="19" creationId="{69EB6BEC-8C59-4E59-B9D1-17897531448E}"/>
          </ac:spMkLst>
        </pc:spChg>
        <pc:spChg chg="mod topLvl">
          <ac:chgData name="임 지아" userId="0b38afcf00efac6a" providerId="LiveId" clId="{2E39603B-C9FC-4E75-B09C-924EDB1ABD57}" dt="2020-04-06T05:03:40.403" v="666" actId="165"/>
          <ac:spMkLst>
            <pc:docMk/>
            <pc:sldMk cId="445365773" sldId="267"/>
            <ac:spMk id="20" creationId="{5A3C5FF3-4E3C-481A-81E8-E6B4DEC67A18}"/>
          </ac:spMkLst>
        </pc:spChg>
        <pc:spChg chg="mod topLvl">
          <ac:chgData name="임 지아" userId="0b38afcf00efac6a" providerId="LiveId" clId="{2E39603B-C9FC-4E75-B09C-924EDB1ABD57}" dt="2020-04-06T05:03:40.403" v="666" actId="165"/>
          <ac:spMkLst>
            <pc:docMk/>
            <pc:sldMk cId="445365773" sldId="267"/>
            <ac:spMk id="21" creationId="{D05E8A1A-9B5D-4A1F-9279-530A7170B54A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22" creationId="{AF99A094-B663-4697-92A0-7BC5D793B84B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23" creationId="{8EB26DC6-D593-4EEB-AB2A-E4AD9F95048B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24" creationId="{D3842D5C-1B86-4E01-A655-4615ED5D12D8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25" creationId="{C3C21085-C574-41C7-A69D-1EE2E3B14535}"/>
          </ac:spMkLst>
        </pc:spChg>
        <pc:spChg chg="mod">
          <ac:chgData name="임 지아" userId="0b38afcf00efac6a" providerId="LiveId" clId="{2E39603B-C9FC-4E75-B09C-924EDB1ABD57}" dt="2020-04-06T05:27:21.440" v="847" actId="403"/>
          <ac:spMkLst>
            <pc:docMk/>
            <pc:sldMk cId="445365773" sldId="267"/>
            <ac:spMk id="28" creationId="{0FBF1AEE-6B70-4514-A8C5-08F6EBE7F70C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29" creationId="{FAE31C14-9336-4597-9806-569431A3CD81}"/>
          </ac:spMkLst>
        </pc:spChg>
        <pc:spChg chg="del">
          <ac:chgData name="임 지아" userId="0b38afcf00efac6a" providerId="LiveId" clId="{2E39603B-C9FC-4E75-B09C-924EDB1ABD57}" dt="2020-04-05T08:57:37.391" v="288" actId="478"/>
          <ac:spMkLst>
            <pc:docMk/>
            <pc:sldMk cId="445365773" sldId="267"/>
            <ac:spMk id="30" creationId="{6870C216-F6EC-4CB5-B6B5-496A651FACEF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31" creationId="{B53B881A-0DC6-4BDA-ACAA-E553671E8B73}"/>
          </ac:spMkLst>
        </pc:spChg>
        <pc:spChg chg="del">
          <ac:chgData name="임 지아" userId="0b38afcf00efac6a" providerId="LiveId" clId="{2E39603B-C9FC-4E75-B09C-924EDB1ABD57}" dt="2020-04-06T05:02:56.326" v="662" actId="478"/>
          <ac:spMkLst>
            <pc:docMk/>
            <pc:sldMk cId="445365773" sldId="267"/>
            <ac:spMk id="32" creationId="{2B2914BC-FE4C-4518-A784-696DE9F0BD88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33" creationId="{EA94060B-8012-422C-A9C9-BC590C4778F4}"/>
          </ac:spMkLst>
        </pc:spChg>
        <pc:spChg chg="del">
          <ac:chgData name="임 지아" userId="0b38afcf00efac6a" providerId="LiveId" clId="{2E39603B-C9FC-4E75-B09C-924EDB1ABD57}" dt="2020-04-06T05:02:52.048" v="661" actId="478"/>
          <ac:spMkLst>
            <pc:docMk/>
            <pc:sldMk cId="445365773" sldId="267"/>
            <ac:spMk id="34" creationId="{DCF7F21A-5004-4D91-824F-DEC2053F5E0F}"/>
          </ac:spMkLst>
        </pc:spChg>
        <pc:spChg chg="mod">
          <ac:chgData name="임 지아" userId="0b38afcf00efac6a" providerId="LiveId" clId="{2E39603B-C9FC-4E75-B09C-924EDB1ABD57}" dt="2020-04-06T05:03:04.649" v="663" actId="1076"/>
          <ac:spMkLst>
            <pc:docMk/>
            <pc:sldMk cId="445365773" sldId="267"/>
            <ac:spMk id="39" creationId="{8BE7570C-6B9A-4B2A-9C8D-F89C7B639F99}"/>
          </ac:spMkLst>
        </pc:spChg>
        <pc:spChg chg="mod">
          <ac:chgData name="임 지아" userId="0b38afcf00efac6a" providerId="LiveId" clId="{2E39603B-C9FC-4E75-B09C-924EDB1ABD57}" dt="2020-04-06T05:07:43.520" v="768"/>
          <ac:spMkLst>
            <pc:docMk/>
            <pc:sldMk cId="445365773" sldId="267"/>
            <ac:spMk id="40" creationId="{4AE76FCE-67A4-42C0-B383-73B511E86600}"/>
          </ac:spMkLst>
        </pc:spChg>
        <pc:spChg chg="mod">
          <ac:chgData name="임 지아" userId="0b38afcf00efac6a" providerId="LiveId" clId="{2E39603B-C9FC-4E75-B09C-924EDB1ABD57}" dt="2020-04-06T05:07:31.378" v="736"/>
          <ac:spMkLst>
            <pc:docMk/>
            <pc:sldMk cId="445365773" sldId="267"/>
            <ac:spMk id="41" creationId="{510390DE-0B50-47D6-8EBB-9F97B99FC083}"/>
          </ac:spMkLst>
        </pc:spChg>
        <pc:spChg chg="mod">
          <ac:chgData name="임 지아" userId="0b38afcf00efac6a" providerId="LiveId" clId="{2E39603B-C9FC-4E75-B09C-924EDB1ABD57}" dt="2020-04-06T05:06:14.033" v="729"/>
          <ac:spMkLst>
            <pc:docMk/>
            <pc:sldMk cId="445365773" sldId="267"/>
            <ac:spMk id="42" creationId="{FA216E42-C2D5-4487-B749-C0BDD25047E0}"/>
          </ac:spMkLst>
        </pc:spChg>
        <pc:spChg chg="add mod">
          <ac:chgData name="임 지아" userId="0b38afcf00efac6a" providerId="LiveId" clId="{2E39603B-C9FC-4E75-B09C-924EDB1ABD57}" dt="2020-04-06T05:03:28.784" v="665" actId="571"/>
          <ac:spMkLst>
            <pc:docMk/>
            <pc:sldMk cId="445365773" sldId="267"/>
            <ac:spMk id="46" creationId="{CE3FBA8B-4EDC-4110-B29B-8FFFF076AF8A}"/>
          </ac:spMkLst>
        </pc:spChg>
        <pc:spChg chg="add mod">
          <ac:chgData name="임 지아" userId="0b38afcf00efac6a" providerId="LiveId" clId="{2E39603B-C9FC-4E75-B09C-924EDB1ABD57}" dt="2020-04-06T05:04:51.858" v="669" actId="207"/>
          <ac:spMkLst>
            <pc:docMk/>
            <pc:sldMk cId="445365773" sldId="267"/>
            <ac:spMk id="47" creationId="{F04A532D-993E-4117-8BF4-F2E51DF0633A}"/>
          </ac:spMkLst>
        </pc:spChg>
        <pc:spChg chg="add mod">
          <ac:chgData name="임 지아" userId="0b38afcf00efac6a" providerId="LiveId" clId="{2E39603B-C9FC-4E75-B09C-924EDB1ABD57}" dt="2020-04-06T05:05:28.921" v="706"/>
          <ac:spMkLst>
            <pc:docMk/>
            <pc:sldMk cId="445365773" sldId="267"/>
            <ac:spMk id="49" creationId="{1F741C5C-A4D1-4755-B806-A40C8ADFDDAC}"/>
          </ac:spMkLst>
        </pc:spChg>
        <pc:grpChg chg="del mod">
          <ac:chgData name="임 지아" userId="0b38afcf00efac6a" providerId="LiveId" clId="{2E39603B-C9FC-4E75-B09C-924EDB1ABD57}" dt="2020-04-06T05:03:40.403" v="666" actId="165"/>
          <ac:grpSpMkLst>
            <pc:docMk/>
            <pc:sldMk cId="445365773" sldId="267"/>
            <ac:grpSpMk id="5" creationId="{7B9C9BA9-400A-4999-9D86-C3F0E284427A}"/>
          </ac:grpSpMkLst>
        </pc:grpChg>
        <pc:grpChg chg="add mod">
          <ac:chgData name="임 지아" userId="0b38afcf00efac6a" providerId="LiveId" clId="{2E39603B-C9FC-4E75-B09C-924EDB1ABD57}" dt="2020-04-06T05:03:28.784" v="665" actId="571"/>
          <ac:grpSpMkLst>
            <pc:docMk/>
            <pc:sldMk cId="445365773" sldId="267"/>
            <ac:grpSpMk id="26" creationId="{D9A0F3BE-7288-41DA-B463-85CDD8B7328E}"/>
          </ac:grpSpMkLst>
        </pc:grpChg>
        <pc:picChg chg="mod">
          <ac:chgData name="임 지아" userId="0b38afcf00efac6a" providerId="LiveId" clId="{2E39603B-C9FC-4E75-B09C-924EDB1ABD57}" dt="2020-04-06T05:03:04.649" v="663" actId="1076"/>
          <ac:picMkLst>
            <pc:docMk/>
            <pc:sldMk cId="445365773" sldId="267"/>
            <ac:picMk id="35" creationId="{3CD46D49-A021-466F-B39F-29FAEC3D1919}"/>
          </ac:picMkLst>
        </pc:picChg>
        <pc:picChg chg="mod">
          <ac:chgData name="임 지아" userId="0b38afcf00efac6a" providerId="LiveId" clId="{2E39603B-C9FC-4E75-B09C-924EDB1ABD57}" dt="2020-04-06T05:03:04.649" v="663" actId="1076"/>
          <ac:picMkLst>
            <pc:docMk/>
            <pc:sldMk cId="445365773" sldId="267"/>
            <ac:picMk id="36" creationId="{CF123768-FCAF-4ED1-88EE-1AA34E6AC248}"/>
          </ac:picMkLst>
        </pc:picChg>
        <pc:picChg chg="mod">
          <ac:chgData name="임 지아" userId="0b38afcf00efac6a" providerId="LiveId" clId="{2E39603B-C9FC-4E75-B09C-924EDB1ABD57}" dt="2020-04-06T05:03:04.649" v="663" actId="1076"/>
          <ac:picMkLst>
            <pc:docMk/>
            <pc:sldMk cId="445365773" sldId="267"/>
            <ac:picMk id="37" creationId="{BBE73695-F506-41E8-8645-E9172098CA37}"/>
          </ac:picMkLst>
        </pc:picChg>
        <pc:picChg chg="mod">
          <ac:chgData name="임 지아" userId="0b38afcf00efac6a" providerId="LiveId" clId="{2E39603B-C9FC-4E75-B09C-924EDB1ABD57}" dt="2020-04-06T05:03:04.649" v="663" actId="1076"/>
          <ac:picMkLst>
            <pc:docMk/>
            <pc:sldMk cId="445365773" sldId="267"/>
            <ac:picMk id="38" creationId="{7F1B4056-179E-4CBF-900B-DAD6C44D406D}"/>
          </ac:picMkLst>
        </pc:picChg>
        <pc:picChg chg="add mod">
          <ac:chgData name="임 지아" userId="0b38afcf00efac6a" providerId="LiveId" clId="{2E39603B-C9FC-4E75-B09C-924EDB1ABD57}" dt="2020-04-06T05:03:51.718" v="667" actId="571"/>
          <ac:picMkLst>
            <pc:docMk/>
            <pc:sldMk cId="445365773" sldId="267"/>
            <ac:picMk id="48" creationId="{C852A5CD-C95E-4D74-BB0B-290C4102EBE5}"/>
          </ac:picMkLst>
        </pc:picChg>
      </pc:sldChg>
      <pc:sldChg chg="addSp delSp modSp mod modAnim">
        <pc:chgData name="임 지아" userId="0b38afcf00efac6a" providerId="LiveId" clId="{2E39603B-C9FC-4E75-B09C-924EDB1ABD57}" dt="2020-04-06T12:25:50.877" v="2148"/>
        <pc:sldMkLst>
          <pc:docMk/>
          <pc:sldMk cId="397131332" sldId="268"/>
        </pc:sldMkLst>
        <pc:spChg chg="mod">
          <ac:chgData name="임 지아" userId="0b38afcf00efac6a" providerId="LiveId" clId="{2E39603B-C9FC-4E75-B09C-924EDB1ABD57}" dt="2020-04-06T06:15:43.464" v="874"/>
          <ac:spMkLst>
            <pc:docMk/>
            <pc:sldMk cId="397131332" sldId="268"/>
            <ac:spMk id="28" creationId="{0FBF1AEE-6B70-4514-A8C5-08F6EBE7F70C}"/>
          </ac:spMkLst>
        </pc:spChg>
        <pc:spChg chg="del">
          <ac:chgData name="임 지아" userId="0b38afcf00efac6a" providerId="LiveId" clId="{2E39603B-C9FC-4E75-B09C-924EDB1ABD57}" dt="2020-04-06T06:15:45.434" v="875" actId="478"/>
          <ac:spMkLst>
            <pc:docMk/>
            <pc:sldMk cId="397131332" sldId="268"/>
            <ac:spMk id="30" creationId="{6870C216-F6EC-4CB5-B6B5-496A651FACEF}"/>
          </ac:spMkLst>
        </pc:spChg>
        <pc:spChg chg="mod">
          <ac:chgData name="임 지아" userId="0b38afcf00efac6a" providerId="LiveId" clId="{2E39603B-C9FC-4E75-B09C-924EDB1ABD57}" dt="2020-04-06T10:42:27.397" v="1611"/>
          <ac:spMkLst>
            <pc:docMk/>
            <pc:sldMk cId="397131332" sldId="268"/>
            <ac:spMk id="51" creationId="{354D5F5D-2FAC-4AD9-892A-73C38A9FEF0B}"/>
          </ac:spMkLst>
        </pc:spChg>
        <pc:spChg chg="mod">
          <ac:chgData name="임 지아" userId="0b38afcf00efac6a" providerId="LiveId" clId="{2E39603B-C9FC-4E75-B09C-924EDB1ABD57}" dt="2020-04-06T10:27:40" v="1284"/>
          <ac:spMkLst>
            <pc:docMk/>
            <pc:sldMk cId="397131332" sldId="268"/>
            <ac:spMk id="73" creationId="{55280653-0579-45E8-A43D-09C7B0EA12D1}"/>
          </ac:spMkLst>
        </pc:spChg>
        <pc:spChg chg="mod">
          <ac:chgData name="임 지아" userId="0b38afcf00efac6a" providerId="LiveId" clId="{2E39603B-C9FC-4E75-B09C-924EDB1ABD57}" dt="2020-04-06T10:27:48.549" v="1306"/>
          <ac:spMkLst>
            <pc:docMk/>
            <pc:sldMk cId="397131332" sldId="268"/>
            <ac:spMk id="78" creationId="{04A1A702-5C2B-4E1A-93E8-A51CDD5CC122}"/>
          </ac:spMkLst>
        </pc:spChg>
        <pc:spChg chg="mod">
          <ac:chgData name="임 지아" userId="0b38afcf00efac6a" providerId="LiveId" clId="{2E39603B-C9FC-4E75-B09C-924EDB1ABD57}" dt="2020-04-06T10:41:05.464" v="1560" actId="20577"/>
          <ac:spMkLst>
            <pc:docMk/>
            <pc:sldMk cId="397131332" sldId="268"/>
            <ac:spMk id="80" creationId="{D0C65499-D175-4C99-B79B-BC8EC4ECDD5B}"/>
          </ac:spMkLst>
        </pc:spChg>
        <pc:spChg chg="mod">
          <ac:chgData name="임 지아" userId="0b38afcf00efac6a" providerId="LiveId" clId="{2E39603B-C9FC-4E75-B09C-924EDB1ABD57}" dt="2020-04-06T10:43:19.617" v="1691" actId="1076"/>
          <ac:spMkLst>
            <pc:docMk/>
            <pc:sldMk cId="397131332" sldId="268"/>
            <ac:spMk id="81" creationId="{391805C7-E6F1-4FB9-A048-7D9F8940DB9D}"/>
          </ac:spMkLst>
        </pc:spChg>
        <pc:spChg chg="mod">
          <ac:chgData name="임 지아" userId="0b38afcf00efac6a" providerId="LiveId" clId="{2E39603B-C9FC-4E75-B09C-924EDB1ABD57}" dt="2020-04-06T10:43:19.617" v="1691" actId="1076"/>
          <ac:spMkLst>
            <pc:docMk/>
            <pc:sldMk cId="397131332" sldId="268"/>
            <ac:spMk id="82" creationId="{42C838A2-CDAB-40F8-853A-A1A99FF44A3D}"/>
          </ac:spMkLst>
        </pc:spChg>
        <pc:spChg chg="mod">
          <ac:chgData name="임 지아" userId="0b38afcf00efac6a" providerId="LiveId" clId="{2E39603B-C9FC-4E75-B09C-924EDB1ABD57}" dt="2020-04-06T10:43:19.617" v="1691" actId="1076"/>
          <ac:spMkLst>
            <pc:docMk/>
            <pc:sldMk cId="397131332" sldId="268"/>
            <ac:spMk id="83" creationId="{C8F8630B-23AA-497D-8318-F2071158578F}"/>
          </ac:spMkLst>
        </pc:spChg>
        <pc:spChg chg="mod">
          <ac:chgData name="임 지아" userId="0b38afcf00efac6a" providerId="LiveId" clId="{2E39603B-C9FC-4E75-B09C-924EDB1ABD57}" dt="2020-04-06T10:43:19.617" v="1691" actId="1076"/>
          <ac:spMkLst>
            <pc:docMk/>
            <pc:sldMk cId="397131332" sldId="268"/>
            <ac:spMk id="84" creationId="{D5DF4893-9618-444B-A72A-BD77E5A0A639}"/>
          </ac:spMkLst>
        </pc:spChg>
        <pc:picChg chg="add del mod">
          <ac:chgData name="임 지아" userId="0b38afcf00efac6a" providerId="LiveId" clId="{2E39603B-C9FC-4E75-B09C-924EDB1ABD57}" dt="2020-04-06T10:40:40.451" v="1558" actId="478"/>
          <ac:picMkLst>
            <pc:docMk/>
            <pc:sldMk cId="397131332" sldId="268"/>
            <ac:picMk id="25" creationId="{BEAA75A5-5D7F-47EC-8242-F1BCBBFFB7CA}"/>
          </ac:picMkLst>
        </pc:picChg>
      </pc:sldChg>
      <pc:sldChg chg="del">
        <pc:chgData name="임 지아" userId="0b38afcf00efac6a" providerId="LiveId" clId="{2E39603B-C9FC-4E75-B09C-924EDB1ABD57}" dt="2020-04-05T08:57:53.231" v="296" actId="47"/>
        <pc:sldMkLst>
          <pc:docMk/>
          <pc:sldMk cId="1891009599" sldId="269"/>
        </pc:sldMkLst>
      </pc:sldChg>
      <pc:sldChg chg="addSp delSp modSp mod delAnim modAnim">
        <pc:chgData name="임 지아" userId="0b38afcf00efac6a" providerId="LiveId" clId="{2E39603B-C9FC-4E75-B09C-924EDB1ABD57}" dt="2020-04-06T13:52:45.576" v="2166" actId="21"/>
        <pc:sldMkLst>
          <pc:docMk/>
          <pc:sldMk cId="1831230037" sldId="270"/>
        </pc:sldMkLst>
        <pc:picChg chg="add del mod">
          <ac:chgData name="임 지아" userId="0b38afcf00efac6a" providerId="LiveId" clId="{2E39603B-C9FC-4E75-B09C-924EDB1ABD57}" dt="2020-04-06T13:52:45.576" v="2166" actId="21"/>
          <ac:picMkLst>
            <pc:docMk/>
            <pc:sldMk cId="1831230037" sldId="270"/>
            <ac:picMk id="2" creationId="{E6ED2C61-EAA3-410E-8774-4FF1C749FB92}"/>
          </ac:picMkLst>
        </pc:picChg>
      </pc:sldChg>
      <pc:sldChg chg="add del">
        <pc:chgData name="임 지아" userId="0b38afcf00efac6a" providerId="LiveId" clId="{2E39603B-C9FC-4E75-B09C-924EDB1ABD57}" dt="2020-04-06T10:43:45.779" v="1693" actId="47"/>
        <pc:sldMkLst>
          <pc:docMk/>
          <pc:sldMk cId="452064503" sldId="271"/>
        </pc:sldMkLst>
      </pc:sldChg>
      <pc:sldChg chg="modSp add del mod">
        <pc:chgData name="임 지아" userId="0b38afcf00efac6a" providerId="LiveId" clId="{2E39603B-C9FC-4E75-B09C-924EDB1ABD57}" dt="2020-04-06T05:28:39.158" v="848" actId="47"/>
        <pc:sldMkLst>
          <pc:docMk/>
          <pc:sldMk cId="2747281099" sldId="271"/>
        </pc:sldMkLst>
        <pc:spChg chg="mod">
          <ac:chgData name="임 지아" userId="0b38afcf00efac6a" providerId="LiveId" clId="{2E39603B-C9FC-4E75-B09C-924EDB1ABD57}" dt="2020-04-06T05:14:49.062" v="827"/>
          <ac:spMkLst>
            <pc:docMk/>
            <pc:sldMk cId="2747281099" sldId="271"/>
            <ac:spMk id="39" creationId="{BA3ABFBC-735A-45CF-8857-8ABC21DEA649}"/>
          </ac:spMkLst>
        </pc:spChg>
      </pc:sldChg>
      <pc:sldChg chg="addSp delSp modSp add mod">
        <pc:chgData name="임 지아" userId="0b38afcf00efac6a" providerId="LiveId" clId="{2E39603B-C9FC-4E75-B09C-924EDB1ABD57}" dt="2020-04-06T12:28:05.141" v="2154" actId="1076"/>
        <pc:sldMkLst>
          <pc:docMk/>
          <pc:sldMk cId="3664235712" sldId="272"/>
        </pc:sldMkLst>
        <pc:spChg chg="add mod">
          <ac:chgData name="임 지아" userId="0b38afcf00efac6a" providerId="LiveId" clId="{2E39603B-C9FC-4E75-B09C-924EDB1ABD57}" dt="2020-04-06T12:27:42.461" v="2150" actId="1076"/>
          <ac:spMkLst>
            <pc:docMk/>
            <pc:sldMk cId="3664235712" sldId="272"/>
            <ac:spMk id="10" creationId="{50EE3FA9-1C9D-48CF-9A77-68EB028E9BBF}"/>
          </ac:spMkLst>
        </pc:spChg>
        <pc:spChg chg="mod">
          <ac:chgData name="임 지아" userId="0b38afcf00efac6a" providerId="LiveId" clId="{2E39603B-C9FC-4E75-B09C-924EDB1ABD57}" dt="2020-04-06T12:27:42.461" v="2150" actId="1076"/>
          <ac:spMkLst>
            <pc:docMk/>
            <pc:sldMk cId="3664235712" sldId="272"/>
            <ac:spMk id="11" creationId="{ED095E28-CEF2-45EC-87B1-F1A1F572E1B4}"/>
          </ac:spMkLst>
        </pc:spChg>
        <pc:spChg chg="add mod">
          <ac:chgData name="임 지아" userId="0b38afcf00efac6a" providerId="LiveId" clId="{2E39603B-C9FC-4E75-B09C-924EDB1ABD57}" dt="2020-04-06T12:28:05.141" v="2154" actId="1076"/>
          <ac:spMkLst>
            <pc:docMk/>
            <pc:sldMk cId="3664235712" sldId="272"/>
            <ac:spMk id="12" creationId="{4FAD32D7-2B13-44BC-AD2B-C1F832CC1E24}"/>
          </ac:spMkLst>
        </pc:spChg>
        <pc:spChg chg="add mod">
          <ac:chgData name="임 지아" userId="0b38afcf00efac6a" providerId="LiveId" clId="{2E39603B-C9FC-4E75-B09C-924EDB1ABD57}" dt="2020-04-06T12:27:58.512" v="2153" actId="1076"/>
          <ac:spMkLst>
            <pc:docMk/>
            <pc:sldMk cId="3664235712" sldId="272"/>
            <ac:spMk id="13" creationId="{92E0D788-48DD-4C0C-B985-FF888840E366}"/>
          </ac:spMkLst>
        </pc:spChg>
        <pc:spChg chg="mod">
          <ac:chgData name="임 지아" userId="0b38afcf00efac6a" providerId="LiveId" clId="{2E39603B-C9FC-4E75-B09C-924EDB1ABD57}" dt="2020-04-06T07:23:10.253" v="1208"/>
          <ac:spMkLst>
            <pc:docMk/>
            <pc:sldMk cId="3664235712" sldId="272"/>
            <ac:spMk id="28" creationId="{0FBF1AEE-6B70-4514-A8C5-08F6EBE7F70C}"/>
          </ac:spMkLst>
        </pc:spChg>
        <pc:picChg chg="add mod">
          <ac:chgData name="임 지아" userId="0b38afcf00efac6a" providerId="LiveId" clId="{2E39603B-C9FC-4E75-B09C-924EDB1ABD57}" dt="2020-04-06T12:27:48.587" v="2151" actId="1076"/>
          <ac:picMkLst>
            <pc:docMk/>
            <pc:sldMk cId="3664235712" sldId="272"/>
            <ac:picMk id="3" creationId="{90A0FE67-E04B-40E1-9015-FDEFABE7D5BA}"/>
          </ac:picMkLst>
        </pc:picChg>
        <pc:picChg chg="add mod">
          <ac:chgData name="임 지아" userId="0b38afcf00efac6a" providerId="LiveId" clId="{2E39603B-C9FC-4E75-B09C-924EDB1ABD57}" dt="2020-04-06T10:45:56.878" v="1702" actId="1076"/>
          <ac:picMkLst>
            <pc:docMk/>
            <pc:sldMk cId="3664235712" sldId="272"/>
            <ac:picMk id="4" creationId="{4F9D3604-D55A-4AD6-96B8-8DC9CF6708FB}"/>
          </ac:picMkLst>
        </pc:picChg>
        <pc:picChg chg="add mod">
          <ac:chgData name="임 지아" userId="0b38afcf00efac6a" providerId="LiveId" clId="{2E39603B-C9FC-4E75-B09C-924EDB1ABD57}" dt="2020-04-06T12:27:42.461" v="2150" actId="1076"/>
          <ac:picMkLst>
            <pc:docMk/>
            <pc:sldMk cId="3664235712" sldId="272"/>
            <ac:picMk id="9" creationId="{E6E050B0-67E2-4EE0-B6D8-6144BF571902}"/>
          </ac:picMkLst>
        </pc:picChg>
        <pc:picChg chg="del">
          <ac:chgData name="임 지아" userId="0b38afcf00efac6a" providerId="LiveId" clId="{2E39603B-C9FC-4E75-B09C-924EDB1ABD57}" dt="2020-04-06T07:23:11.237" v="1209" actId="478"/>
          <ac:picMkLst>
            <pc:docMk/>
            <pc:sldMk cId="3664235712" sldId="272"/>
            <ac:picMk id="1027" creationId="{04F53174-233F-4C9A-BE27-A9C2DF1C74DE}"/>
          </ac:picMkLst>
        </pc:picChg>
      </pc:sldChg>
      <pc:sldChg chg="addSp delSp modSp add mod">
        <pc:chgData name="임 지아" userId="0b38afcf00efac6a" providerId="LiveId" clId="{2E39603B-C9FC-4E75-B09C-924EDB1ABD57}" dt="2020-04-06T14:30:13.647" v="2195" actId="1076"/>
        <pc:sldMkLst>
          <pc:docMk/>
          <pc:sldMk cId="1445954089" sldId="273"/>
        </pc:sldMkLst>
        <pc:spChg chg="add mod">
          <ac:chgData name="임 지아" userId="0b38afcf00efac6a" providerId="LiveId" clId="{2E39603B-C9FC-4E75-B09C-924EDB1ABD57}" dt="2020-04-06T14:30:13.647" v="2195" actId="1076"/>
          <ac:spMkLst>
            <pc:docMk/>
            <pc:sldMk cId="1445954089" sldId="273"/>
            <ac:spMk id="5" creationId="{1DBBB971-A857-47E9-9E6F-8ECF3A3C8451}"/>
          </ac:spMkLst>
        </pc:spChg>
        <pc:spChg chg="add mod">
          <ac:chgData name="임 지아" userId="0b38afcf00efac6a" providerId="LiveId" clId="{2E39603B-C9FC-4E75-B09C-924EDB1ABD57}" dt="2020-04-06T12:04:29.393" v="2108" actId="1076"/>
          <ac:spMkLst>
            <pc:docMk/>
            <pc:sldMk cId="1445954089" sldId="273"/>
            <ac:spMk id="6" creationId="{5A056C1F-48FE-4F9B-8E7A-E5028DFF7E95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7" creationId="{DC93FF46-5A7A-491E-9E4D-1E3E4F384728}"/>
          </ac:spMkLst>
        </pc:spChg>
        <pc:spChg chg="add del mod">
          <ac:chgData name="임 지아" userId="0b38afcf00efac6a" providerId="LiveId" clId="{2E39603B-C9FC-4E75-B09C-924EDB1ABD57}" dt="2020-04-06T11:24:22.379" v="1982" actId="478"/>
          <ac:spMkLst>
            <pc:docMk/>
            <pc:sldMk cId="1445954089" sldId="273"/>
            <ac:spMk id="8" creationId="{2B36A539-55A7-4424-8B62-AA74DEB64F25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10" creationId="{14D30394-74E9-44CB-98FD-7A9D84F4898F}"/>
          </ac:spMkLst>
        </pc:spChg>
        <pc:spChg chg="add mod">
          <ac:chgData name="임 지아" userId="0b38afcf00efac6a" providerId="LiveId" clId="{2E39603B-C9FC-4E75-B09C-924EDB1ABD57}" dt="2020-04-06T11:25:20.801" v="1995" actId="1076"/>
          <ac:spMkLst>
            <pc:docMk/>
            <pc:sldMk cId="1445954089" sldId="273"/>
            <ac:spMk id="11" creationId="{38127476-6C6C-423D-B729-EB66D6227558}"/>
          </ac:spMkLst>
        </pc:spChg>
        <pc:spChg chg="add mod">
          <ac:chgData name="임 지아" userId="0b38afcf00efac6a" providerId="LiveId" clId="{2E39603B-C9FC-4E75-B09C-924EDB1ABD57}" dt="2020-04-06T12:05:22.773" v="2118"/>
          <ac:spMkLst>
            <pc:docMk/>
            <pc:sldMk cId="1445954089" sldId="273"/>
            <ac:spMk id="12" creationId="{5B6D7B94-8B0A-45DE-AE4E-A224A410A347}"/>
          </ac:spMkLst>
        </pc:spChg>
        <pc:spChg chg="mod">
          <ac:chgData name="임 지아" userId="0b38afcf00efac6a" providerId="LiveId" clId="{2E39603B-C9FC-4E75-B09C-924EDB1ABD57}" dt="2020-04-06T12:05:39.879" v="2137" actId="6549"/>
          <ac:spMkLst>
            <pc:docMk/>
            <pc:sldMk cId="1445954089" sldId="273"/>
            <ac:spMk id="28" creationId="{0FBF1AEE-6B70-4514-A8C5-08F6EBE7F70C}"/>
          </ac:spMkLst>
        </pc:spChg>
        <pc:spChg chg="add mod">
          <ac:chgData name="임 지아" userId="0b38afcf00efac6a" providerId="LiveId" clId="{2E39603B-C9FC-4E75-B09C-924EDB1ABD57}" dt="2020-04-06T11:24:50.276" v="1990" actId="1076"/>
          <ac:spMkLst>
            <pc:docMk/>
            <pc:sldMk cId="1445954089" sldId="273"/>
            <ac:spMk id="29" creationId="{FAE4FFD1-973B-4A3F-BA0B-9F1930BC8A2A}"/>
          </ac:spMkLst>
        </pc:spChg>
        <pc:spChg chg="add del mod">
          <ac:chgData name="임 지아" userId="0b38afcf00efac6a" providerId="LiveId" clId="{2E39603B-C9FC-4E75-B09C-924EDB1ABD57}" dt="2020-04-06T11:22:05.393" v="1964" actId="478"/>
          <ac:spMkLst>
            <pc:docMk/>
            <pc:sldMk cId="1445954089" sldId="273"/>
            <ac:spMk id="30" creationId="{A11E7826-DBF0-4B24-8193-6BA771DF8575}"/>
          </ac:spMkLst>
        </pc:spChg>
        <pc:spChg chg="add mod">
          <ac:chgData name="임 지아" userId="0b38afcf00efac6a" providerId="LiveId" clId="{2E39603B-C9FC-4E75-B09C-924EDB1ABD57}" dt="2020-04-06T11:09:40.466" v="1774" actId="571"/>
          <ac:spMkLst>
            <pc:docMk/>
            <pc:sldMk cId="1445954089" sldId="273"/>
            <ac:spMk id="31" creationId="{D91D3074-7DAD-445D-ABDA-2541A1D4FC34}"/>
          </ac:spMkLst>
        </pc:spChg>
        <pc:spChg chg="add mod">
          <ac:chgData name="임 지아" userId="0b38afcf00efac6a" providerId="LiveId" clId="{2E39603B-C9FC-4E75-B09C-924EDB1ABD57}" dt="2020-04-06T11:09:40.466" v="1774" actId="571"/>
          <ac:spMkLst>
            <pc:docMk/>
            <pc:sldMk cId="1445954089" sldId="273"/>
            <ac:spMk id="32" creationId="{62869BBE-29A2-42F2-9421-68BA96D25F2A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34" creationId="{FDB66028-0AEE-4704-B026-84692CFFA72B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37" creationId="{0FECC347-EE70-4186-9AF4-1D6971B46B97}"/>
          </ac:spMkLst>
        </pc:spChg>
        <pc:spChg chg="add del mod">
          <ac:chgData name="임 지아" userId="0b38afcf00efac6a" providerId="LiveId" clId="{2E39603B-C9FC-4E75-B09C-924EDB1ABD57}" dt="2020-04-06T11:22:01.289" v="1962"/>
          <ac:spMkLst>
            <pc:docMk/>
            <pc:sldMk cId="1445954089" sldId="273"/>
            <ac:spMk id="38" creationId="{C70DCCEB-F0F8-4F29-BA25-69AD13BCB952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51" creationId="{354D5F5D-2FAC-4AD9-892A-73C38A9FEF0B}"/>
          </ac:spMkLst>
        </pc:spChg>
        <pc:spChg chg="add del mod">
          <ac:chgData name="임 지아" userId="0b38afcf00efac6a" providerId="LiveId" clId="{2E39603B-C9FC-4E75-B09C-924EDB1ABD57}" dt="2020-04-06T11:22:01.289" v="1962"/>
          <ac:spMkLst>
            <pc:docMk/>
            <pc:sldMk cId="1445954089" sldId="273"/>
            <ac:spMk id="52" creationId="{B6D36E98-DC80-413D-AB84-4299A1B315CD}"/>
          </ac:spMkLst>
        </pc:spChg>
        <pc:spChg chg="add del mod">
          <ac:chgData name="임 지아" userId="0b38afcf00efac6a" providerId="LiveId" clId="{2E39603B-C9FC-4E75-B09C-924EDB1ABD57}" dt="2020-04-06T11:22:01.289" v="1962"/>
          <ac:spMkLst>
            <pc:docMk/>
            <pc:sldMk cId="1445954089" sldId="273"/>
            <ac:spMk id="53" creationId="{7F31E4F2-B5F4-43DC-B9E4-CA25B8B1DB84}"/>
          </ac:spMkLst>
        </pc:spChg>
        <pc:spChg chg="add del mod">
          <ac:chgData name="임 지아" userId="0b38afcf00efac6a" providerId="LiveId" clId="{2E39603B-C9FC-4E75-B09C-924EDB1ABD57}" dt="2020-04-06T11:22:01.289" v="1962"/>
          <ac:spMkLst>
            <pc:docMk/>
            <pc:sldMk cId="1445954089" sldId="273"/>
            <ac:spMk id="54" creationId="{9942F668-DD80-45C8-9B0A-650ABDAF97F3}"/>
          </ac:spMkLst>
        </pc:spChg>
        <pc:spChg chg="add del mod">
          <ac:chgData name="임 지아" userId="0b38afcf00efac6a" providerId="LiveId" clId="{2E39603B-C9FC-4E75-B09C-924EDB1ABD57}" dt="2020-04-06T11:22:01.289" v="1962"/>
          <ac:spMkLst>
            <pc:docMk/>
            <pc:sldMk cId="1445954089" sldId="273"/>
            <ac:spMk id="56" creationId="{516ABA0C-0F82-4DB4-B3F6-468EC36A8B30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57" creationId="{96423895-A32E-4F8F-A25D-BC7D0AA5EAFE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58" creationId="{36EB80EE-8D22-450F-9149-4D59D3B6CE76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59" creationId="{6565A1BB-ABFF-4693-8EEF-A553716044D7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60" creationId="{F853FD9C-DA54-4B13-8394-1EEF37A81FA6}"/>
          </ac:spMkLst>
        </pc:spChg>
        <pc:spChg chg="add mod">
          <ac:chgData name="임 지아" userId="0b38afcf00efac6a" providerId="LiveId" clId="{2E39603B-C9FC-4E75-B09C-924EDB1ABD57}" dt="2020-04-06T11:24:47.999" v="1989" actId="1076"/>
          <ac:spMkLst>
            <pc:docMk/>
            <pc:sldMk cId="1445954089" sldId="273"/>
            <ac:spMk id="62" creationId="{546B06B5-C2F5-4A4D-86AC-887706F543C4}"/>
          </ac:spMkLst>
        </pc:spChg>
        <pc:spChg chg="add mod">
          <ac:chgData name="임 지아" userId="0b38afcf00efac6a" providerId="LiveId" clId="{2E39603B-C9FC-4E75-B09C-924EDB1ABD57}" dt="2020-04-06T12:05:26.936" v="2119" actId="20577"/>
          <ac:spMkLst>
            <pc:docMk/>
            <pc:sldMk cId="1445954089" sldId="273"/>
            <ac:spMk id="63" creationId="{4BE049DA-B717-4751-BCC7-E6B039FC625F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73" creationId="{55280653-0579-45E8-A43D-09C7B0EA12D1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78" creationId="{04A1A702-5C2B-4E1A-93E8-A51CDD5CC122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80" creationId="{D0C65499-D175-4C99-B79B-BC8EC4ECDD5B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81" creationId="{391805C7-E6F1-4FB9-A048-7D9F8940DB9D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82" creationId="{42C838A2-CDAB-40F8-853A-A1A99FF44A3D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83" creationId="{C8F8630B-23AA-497D-8318-F2071158578F}"/>
          </ac:spMkLst>
        </pc:spChg>
        <pc:spChg chg="del">
          <ac:chgData name="임 지아" userId="0b38afcf00efac6a" providerId="LiveId" clId="{2E39603B-C9FC-4E75-B09C-924EDB1ABD57}" dt="2020-04-06T10:48:09.935" v="1742" actId="478"/>
          <ac:spMkLst>
            <pc:docMk/>
            <pc:sldMk cId="1445954089" sldId="273"/>
            <ac:spMk id="84" creationId="{D5DF4893-9618-444B-A72A-BD77E5A0A639}"/>
          </ac:spMkLst>
        </pc:spChg>
        <pc:grpChg chg="del">
          <ac:chgData name="임 지아" userId="0b38afcf00efac6a" providerId="LiveId" clId="{2E39603B-C9FC-4E75-B09C-924EDB1ABD57}" dt="2020-04-06T10:48:09.935" v="1742" actId="478"/>
          <ac:grpSpMkLst>
            <pc:docMk/>
            <pc:sldMk cId="1445954089" sldId="273"/>
            <ac:grpSpMk id="41" creationId="{BECFB139-5AAA-40D1-A951-1BB29D0B0430}"/>
          </ac:grpSpMkLst>
        </pc:grpChg>
        <pc:picChg chg="add del mod modCrop">
          <ac:chgData name="임 지아" userId="0b38afcf00efac6a" providerId="LiveId" clId="{2E39603B-C9FC-4E75-B09C-924EDB1ABD57}" dt="2020-04-06T11:08:43.613" v="1764" actId="478"/>
          <ac:picMkLst>
            <pc:docMk/>
            <pc:sldMk cId="1445954089" sldId="273"/>
            <ac:picMk id="2" creationId="{527371DC-E0F8-48ED-A2BC-839054FFA893}"/>
          </ac:picMkLst>
        </pc:picChg>
        <pc:picChg chg="add del mod modCrop">
          <ac:chgData name="임 지아" userId="0b38afcf00efac6a" providerId="LiveId" clId="{2E39603B-C9FC-4E75-B09C-924EDB1ABD57}" dt="2020-04-06T11:08:44.145" v="1765" actId="478"/>
          <ac:picMkLst>
            <pc:docMk/>
            <pc:sldMk cId="1445954089" sldId="273"/>
            <ac:picMk id="3" creationId="{079E4FC0-2703-4752-8F33-7FDF2AAE302C}"/>
          </ac:picMkLst>
        </pc:picChg>
        <pc:picChg chg="add del mod modCrop">
          <ac:chgData name="임 지아" userId="0b38afcf00efac6a" providerId="LiveId" clId="{2E39603B-C9FC-4E75-B09C-924EDB1ABD57}" dt="2020-04-06T11:08:44.863" v="1766" actId="478"/>
          <ac:picMkLst>
            <pc:docMk/>
            <pc:sldMk cId="1445954089" sldId="273"/>
            <ac:picMk id="4" creationId="{B049E5AC-09BE-4F3B-B811-65A8C47CAED3}"/>
          </ac:picMkLst>
        </pc:picChg>
        <pc:picChg chg="add mod">
          <ac:chgData name="임 지아" userId="0b38afcf00efac6a" providerId="LiveId" clId="{2E39603B-C9FC-4E75-B09C-924EDB1ABD57}" dt="2020-04-06T11:24:47.999" v="1989" actId="1076"/>
          <ac:picMkLst>
            <pc:docMk/>
            <pc:sldMk cId="1445954089" sldId="273"/>
            <ac:picMk id="9" creationId="{BF9E89CB-91F4-4FA2-923A-4E2DD36BB4C2}"/>
          </ac:picMkLst>
        </pc:picChg>
        <pc:picChg chg="del">
          <ac:chgData name="임 지아" userId="0b38afcf00efac6a" providerId="LiveId" clId="{2E39603B-C9FC-4E75-B09C-924EDB1ABD57}" dt="2020-04-06T10:48:09.935" v="1742" actId="478"/>
          <ac:picMkLst>
            <pc:docMk/>
            <pc:sldMk cId="1445954089" sldId="273"/>
            <ac:picMk id="47" creationId="{01BD9DA7-6B7A-40F2-B5D0-2B6182DAE11D}"/>
          </ac:picMkLst>
        </pc:picChg>
        <pc:picChg chg="del">
          <ac:chgData name="임 지아" userId="0b38afcf00efac6a" providerId="LiveId" clId="{2E39603B-C9FC-4E75-B09C-924EDB1ABD57}" dt="2020-04-06T10:48:09.935" v="1742" actId="478"/>
          <ac:picMkLst>
            <pc:docMk/>
            <pc:sldMk cId="1445954089" sldId="273"/>
            <ac:picMk id="48" creationId="{7CEFD63F-6907-4B33-BCF3-7FF58E4E4933}"/>
          </ac:picMkLst>
        </pc:picChg>
        <pc:picChg chg="del">
          <ac:chgData name="임 지아" userId="0b38afcf00efac6a" providerId="LiveId" clId="{2E39603B-C9FC-4E75-B09C-924EDB1ABD57}" dt="2020-04-06T10:48:09.935" v="1742" actId="478"/>
          <ac:picMkLst>
            <pc:docMk/>
            <pc:sldMk cId="1445954089" sldId="273"/>
            <ac:picMk id="49" creationId="{F9A3B0F0-717C-4320-8146-306C5F201EAD}"/>
          </ac:picMkLst>
        </pc:picChg>
        <pc:picChg chg="del">
          <ac:chgData name="임 지아" userId="0b38afcf00efac6a" providerId="LiveId" clId="{2E39603B-C9FC-4E75-B09C-924EDB1ABD57}" dt="2020-04-06T10:48:09.935" v="1742" actId="478"/>
          <ac:picMkLst>
            <pc:docMk/>
            <pc:sldMk cId="1445954089" sldId="273"/>
            <ac:picMk id="50" creationId="{994227A0-911A-4391-89EB-5A869FC4BA81}"/>
          </ac:picMkLst>
        </pc:picChg>
        <pc:picChg chg="add del mod">
          <ac:chgData name="임 지아" userId="0b38afcf00efac6a" providerId="LiveId" clId="{2E39603B-C9FC-4E75-B09C-924EDB1ABD57}" dt="2020-04-06T11:22:01.289" v="1962"/>
          <ac:picMkLst>
            <pc:docMk/>
            <pc:sldMk cId="1445954089" sldId="273"/>
            <ac:picMk id="55" creationId="{59FA7EEE-8BC2-4A27-B716-2C6912141EF2}"/>
          </ac:picMkLst>
        </pc:picChg>
        <pc:picChg chg="add mod">
          <ac:chgData name="임 지아" userId="0b38afcf00efac6a" providerId="LiveId" clId="{2E39603B-C9FC-4E75-B09C-924EDB1ABD57}" dt="2020-04-06T11:24:47.999" v="1989" actId="1076"/>
          <ac:picMkLst>
            <pc:docMk/>
            <pc:sldMk cId="1445954089" sldId="273"/>
            <ac:picMk id="61" creationId="{E6CA41C7-1824-40C2-BD2A-EB19A5D6453D}"/>
          </ac:picMkLst>
        </pc:picChg>
        <pc:cxnChg chg="add del mod">
          <ac:chgData name="임 지아" userId="0b38afcf00efac6a" providerId="LiveId" clId="{2E39603B-C9FC-4E75-B09C-924EDB1ABD57}" dt="2020-04-06T12:04:00.158" v="2099" actId="11529"/>
          <ac:cxnSpMkLst>
            <pc:docMk/>
            <pc:sldMk cId="1445954089" sldId="273"/>
            <ac:cxnSpMk id="3" creationId="{6E3C376B-1169-4EAC-81F1-EDF0DE92094F}"/>
          </ac:cxnSpMkLst>
        </pc:cxnChg>
        <pc:cxnChg chg="add del mod">
          <ac:chgData name="임 지아" userId="0b38afcf00efac6a" providerId="LiveId" clId="{2E39603B-C9FC-4E75-B09C-924EDB1ABD57}" dt="2020-04-06T12:04:16.079" v="2105" actId="11529"/>
          <ac:cxnSpMkLst>
            <pc:docMk/>
            <pc:sldMk cId="1445954089" sldId="273"/>
            <ac:cxnSpMk id="8" creationId="{166C6A8E-9A95-4F58-BD67-D0CFC9CC5C70}"/>
          </ac:cxnSpMkLst>
        </pc:cxnChg>
        <pc:cxnChg chg="add del mod">
          <ac:chgData name="임 지아" userId="0b38afcf00efac6a" providerId="LiveId" clId="{2E39603B-C9FC-4E75-B09C-924EDB1ABD57}" dt="2020-04-06T12:04:37.468" v="2111" actId="11529"/>
          <ac:cxnSpMkLst>
            <pc:docMk/>
            <pc:sldMk cId="1445954089" sldId="273"/>
            <ac:cxnSpMk id="16" creationId="{1A08E563-31CB-4F77-93EF-59B7B4C20A79}"/>
          </ac:cxnSpMkLst>
        </pc:cxnChg>
        <pc:cxnChg chg="add mod">
          <ac:chgData name="임 지아" userId="0b38afcf00efac6a" providerId="LiveId" clId="{2E39603B-C9FC-4E75-B09C-924EDB1ABD57}" dt="2020-04-06T12:04:47.986" v="2113" actId="13822"/>
          <ac:cxnSpMkLst>
            <pc:docMk/>
            <pc:sldMk cId="1445954089" sldId="273"/>
            <ac:cxnSpMk id="18" creationId="{8F13808E-32D0-412C-863B-F7023553C4C7}"/>
          </ac:cxnSpMkLst>
        </pc:cxnChg>
        <pc:cxnChg chg="add mod">
          <ac:chgData name="임 지아" userId="0b38afcf00efac6a" providerId="LiveId" clId="{2E39603B-C9FC-4E75-B09C-924EDB1ABD57}" dt="2020-04-06T12:05:05.694" v="2115" actId="13822"/>
          <ac:cxnSpMkLst>
            <pc:docMk/>
            <pc:sldMk cId="1445954089" sldId="273"/>
            <ac:cxnSpMk id="20" creationId="{9DB3DF84-F439-47A4-B281-CBA4DB4D03B5}"/>
          </ac:cxnSpMkLst>
        </pc:cxnChg>
        <pc:cxnChg chg="del">
          <ac:chgData name="임 지아" userId="0b38afcf00efac6a" providerId="LiveId" clId="{2E39603B-C9FC-4E75-B09C-924EDB1ABD57}" dt="2020-04-06T10:48:09.935" v="1742" actId="478"/>
          <ac:cxnSpMkLst>
            <pc:docMk/>
            <pc:sldMk cId="1445954089" sldId="273"/>
            <ac:cxnSpMk id="39" creationId="{7232D2FD-9AB2-4EE0-AC3A-8B9A17AA2DA7}"/>
          </ac:cxnSpMkLst>
        </pc:cxnChg>
        <pc:cxnChg chg="del">
          <ac:chgData name="임 지아" userId="0b38afcf00efac6a" providerId="LiveId" clId="{2E39603B-C9FC-4E75-B09C-924EDB1ABD57}" dt="2020-04-06T10:48:09.935" v="1742" actId="478"/>
          <ac:cxnSpMkLst>
            <pc:docMk/>
            <pc:sldMk cId="1445954089" sldId="273"/>
            <ac:cxnSpMk id="40" creationId="{A3B3A8B1-B0C2-48F4-98E4-F98B63DC5FD5}"/>
          </ac:cxnSpMkLst>
        </pc:cxnChg>
      </pc:sldChg>
      <pc:sldChg chg="addSp delSp modSp add mod">
        <pc:chgData name="임 지아" userId="0b38afcf00efac6a" providerId="LiveId" clId="{2E39603B-C9FC-4E75-B09C-924EDB1ABD57}" dt="2020-04-06T12:05:53.051" v="2139"/>
        <pc:sldMkLst>
          <pc:docMk/>
          <pc:sldMk cId="4201546895" sldId="274"/>
        </pc:sldMkLst>
        <pc:spChg chg="add">
          <ac:chgData name="임 지아" userId="0b38afcf00efac6a" providerId="LiveId" clId="{2E39603B-C9FC-4E75-B09C-924EDB1ABD57}" dt="2020-04-06T12:05:53.051" v="2139"/>
          <ac:spMkLst>
            <pc:docMk/>
            <pc:sldMk cId="4201546895" sldId="274"/>
            <ac:spMk id="7" creationId="{191366C3-8B57-401E-9BF8-512EC3C2E431}"/>
          </ac:spMkLst>
        </pc:spChg>
        <pc:spChg chg="del mod">
          <ac:chgData name="임 지아" userId="0b38afcf00efac6a" providerId="LiveId" clId="{2E39603B-C9FC-4E75-B09C-924EDB1ABD57}" dt="2020-04-06T12:05:52.603" v="2138" actId="478"/>
          <ac:spMkLst>
            <pc:docMk/>
            <pc:sldMk cId="4201546895" sldId="274"/>
            <ac:spMk id="28" creationId="{0FBF1AEE-6B70-4514-A8C5-08F6EBE7F7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46044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4109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1021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29044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8141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8343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55512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4343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5990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35942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12622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580097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561170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0842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24761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00406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90652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503995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22283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0079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980544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9878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52988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417183-BB59-4FCA-AB75-F90273CA987D}" type="datetimeFigureOut">
              <a:rPr lang="ko-KR" altLang="en-US" smtClean="0"/>
              <a:pPr/>
              <a:t>2021-04-13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7EBC0-C9AF-40F6-9681-F25EB1EF31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75866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4" name="그룹 2153">
            <a:extLst>
              <a:ext uri="{FF2B5EF4-FFF2-40B4-BE49-F238E27FC236}">
                <a16:creationId xmlns="" xmlns:a16="http://schemas.microsoft.com/office/drawing/2014/main" id="{B4F81417-2788-4275-9A40-0902DE8091A2}"/>
              </a:ext>
            </a:extLst>
          </p:cNvPr>
          <p:cNvGrpSpPr/>
          <p:nvPr/>
        </p:nvGrpSpPr>
        <p:grpSpPr>
          <a:xfrm>
            <a:off x="5485079" y="1064159"/>
            <a:ext cx="1221841" cy="1383927"/>
            <a:chOff x="5812854" y="1709617"/>
            <a:chExt cx="1221841" cy="1383927"/>
          </a:xfrm>
        </p:grpSpPr>
        <p:sp>
          <p:nvSpPr>
            <p:cNvPr id="2153" name="타원 2152">
              <a:extLst>
                <a:ext uri="{FF2B5EF4-FFF2-40B4-BE49-F238E27FC236}">
                  <a16:creationId xmlns="" xmlns:a16="http://schemas.microsoft.com/office/drawing/2014/main" id="{02A53157-B1FD-44CA-80D1-A5C31776AF67}"/>
                </a:ext>
              </a:extLst>
            </p:cNvPr>
            <p:cNvSpPr/>
            <p:nvPr/>
          </p:nvSpPr>
          <p:spPr>
            <a:xfrm>
              <a:off x="5812854" y="1709617"/>
              <a:ext cx="1221841" cy="12218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52" name="그림 2151">
              <a:extLst>
                <a:ext uri="{FF2B5EF4-FFF2-40B4-BE49-F238E27FC236}">
                  <a16:creationId xmlns="" xmlns:a16="http://schemas.microsoft.com/office/drawing/2014/main" id="{87E8FC3E-B7AC-4FF7-890C-13587B810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8645" y="1978559"/>
              <a:ext cx="890260" cy="111498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478A09-E0E9-4360-8EE1-FE7406182A6C}"/>
              </a:ext>
            </a:extLst>
          </p:cNvPr>
          <p:cNvSpPr txBox="1"/>
          <p:nvPr/>
        </p:nvSpPr>
        <p:spPr>
          <a:xfrm>
            <a:off x="2895597" y="2757075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음성인식 </a:t>
            </a:r>
            <a:r>
              <a:rPr lang="ko-KR" altLang="en-US" sz="3200" b="1" dirty="0" err="1" smtClean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메모어플</a:t>
            </a:r>
            <a:endParaRPr lang="en-US" altLang="ko-KR" sz="3200" b="1" dirty="0" smtClean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6F33842-B0C8-40B1-9B64-AB378C7D29C8}"/>
              </a:ext>
            </a:extLst>
          </p:cNvPr>
          <p:cNvSpPr txBox="1"/>
          <p:nvPr/>
        </p:nvSpPr>
        <p:spPr>
          <a:xfrm>
            <a:off x="1851722" y="4305368"/>
            <a:ext cx="8488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IT</a:t>
            </a:r>
            <a:r>
              <a:rPr lang="ko-KR" altLang="en-US" sz="14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융복합종합설계   </a:t>
            </a:r>
            <a:r>
              <a:rPr lang="en-US" altLang="ko-KR" sz="14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l   </a:t>
            </a:r>
            <a:r>
              <a:rPr lang="ko-KR" altLang="en-US" sz="1400" dirty="0" err="1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송현제</a:t>
            </a:r>
            <a:r>
              <a:rPr lang="ko-KR" altLang="en-US" sz="14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교수님</a:t>
            </a:r>
            <a:endParaRPr lang="en-US" altLang="ko-KR" sz="1400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661189A-1606-43F9-9D0E-4357ECF47D4F}"/>
              </a:ext>
            </a:extLst>
          </p:cNvPr>
          <p:cNvSpPr txBox="1"/>
          <p:nvPr/>
        </p:nvSpPr>
        <p:spPr>
          <a:xfrm>
            <a:off x="3281526" y="5252124"/>
            <a:ext cx="5628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2020. </a:t>
            </a:r>
            <a:r>
              <a:rPr lang="en-US" altLang="ko-KR" sz="1400" dirty="0" smtClean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05. 11.</a:t>
            </a:r>
            <a:endParaRPr lang="en-US" altLang="ko-KR" sz="1400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FA6AEFA9-6610-4AB9-80D3-CF87F8A2725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54648" y="4331070"/>
            <a:ext cx="1319311" cy="16914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E988B44-566C-4FF2-9B81-C9E9D7DD815B}"/>
              </a:ext>
            </a:extLst>
          </p:cNvPr>
          <p:cNvSpPr txBox="1"/>
          <p:nvPr/>
        </p:nvSpPr>
        <p:spPr>
          <a:xfrm>
            <a:off x="9699091" y="6109511"/>
            <a:ext cx="2202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201515310</a:t>
            </a:r>
            <a:r>
              <a:rPr lang="ko-KR" altLang="en-US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주성현</a:t>
            </a:r>
            <a:r>
              <a:rPr lang="en-US" altLang="ko-KR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팀장</a:t>
            </a:r>
            <a:r>
              <a:rPr lang="en-US" altLang="ko-KR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3111800937"/>
      </p:ext>
    </p:extLst>
  </p:cSld>
  <p:clrMapOvr>
    <a:masterClrMapping/>
  </p:clrMapOvr>
  <p:transition advTm="11478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0FBF1AEE-6B70-4514-A8C5-08F6EBE7F70C}"/>
              </a:ext>
            </a:extLst>
          </p:cNvPr>
          <p:cNvSpPr txBox="1"/>
          <p:nvPr/>
        </p:nvSpPr>
        <p:spPr>
          <a:xfrm>
            <a:off x="457199" y="309700"/>
            <a:ext cx="722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>
                  <a:solidFill>
                    <a:schemeClr val="tx2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목차</a:t>
            </a:r>
            <a:endParaRPr lang="en-US" altLang="ko-KR" sz="2800" b="1" dirty="0">
              <a:ln>
                <a:solidFill>
                  <a:schemeClr val="tx2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18" name="화살표: 오각형 17">
            <a:extLst>
              <a:ext uri="{FF2B5EF4-FFF2-40B4-BE49-F238E27FC236}">
                <a16:creationId xmlns="" xmlns:a16="http://schemas.microsoft.com/office/drawing/2014/main" id="{79DCEFD1-8137-41F9-9E90-3ADA27186FEA}"/>
              </a:ext>
            </a:extLst>
          </p:cNvPr>
          <p:cNvSpPr/>
          <p:nvPr/>
        </p:nvSpPr>
        <p:spPr>
          <a:xfrm>
            <a:off x="0" y="2332249"/>
            <a:ext cx="9079549" cy="859157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각형 18">
            <a:extLst>
              <a:ext uri="{FF2B5EF4-FFF2-40B4-BE49-F238E27FC236}">
                <a16:creationId xmlns="" xmlns:a16="http://schemas.microsoft.com/office/drawing/2014/main" id="{69EB6BEC-8C59-4E59-B9D1-17897531448E}"/>
              </a:ext>
            </a:extLst>
          </p:cNvPr>
          <p:cNvSpPr/>
          <p:nvPr/>
        </p:nvSpPr>
        <p:spPr>
          <a:xfrm>
            <a:off x="1" y="1473092"/>
            <a:ext cx="6191718" cy="85915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화살표: 오각형 19">
            <a:extLst>
              <a:ext uri="{FF2B5EF4-FFF2-40B4-BE49-F238E27FC236}">
                <a16:creationId xmlns="" xmlns:a16="http://schemas.microsoft.com/office/drawing/2014/main" id="{5A3C5FF3-4E3C-481A-81E8-E6B4DEC67A18}"/>
              </a:ext>
            </a:extLst>
          </p:cNvPr>
          <p:cNvSpPr/>
          <p:nvPr/>
        </p:nvSpPr>
        <p:spPr>
          <a:xfrm>
            <a:off x="1" y="3191406"/>
            <a:ext cx="7250749" cy="859157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각형 20">
            <a:extLst>
              <a:ext uri="{FF2B5EF4-FFF2-40B4-BE49-F238E27FC236}">
                <a16:creationId xmlns="" xmlns:a16="http://schemas.microsoft.com/office/drawing/2014/main" id="{D05E8A1A-9B5D-4A1F-9279-530A7170B54A}"/>
              </a:ext>
            </a:extLst>
          </p:cNvPr>
          <p:cNvSpPr/>
          <p:nvPr/>
        </p:nvSpPr>
        <p:spPr>
          <a:xfrm>
            <a:off x="1" y="4050563"/>
            <a:ext cx="8228649" cy="859157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="" xmlns:a16="http://schemas.microsoft.com/office/drawing/2014/main" id="{3CD46D49-A021-466F-B39F-29FAEC3D19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lum bright="70000" contrast="-70000"/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4259"/>
          <a:stretch/>
        </p:blipFill>
        <p:spPr>
          <a:xfrm>
            <a:off x="6067128" y="3353666"/>
            <a:ext cx="623549" cy="53463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="" xmlns:a16="http://schemas.microsoft.com/office/drawing/2014/main" id="{CF123768-FCAF-4ED1-88EE-1AA34E6AC24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53" t="9042" r="-2653" b="19827"/>
          <a:stretch/>
        </p:blipFill>
        <p:spPr>
          <a:xfrm>
            <a:off x="5007451" y="1618202"/>
            <a:ext cx="799852" cy="56893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="" xmlns:a16="http://schemas.microsoft.com/office/drawing/2014/main" id="{BBE73695-F506-41E8-8645-E9172098CA3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BEBA8EAE-BF5A-486C-A8C5-ECC9F3942E4B}">
                <a14:imgProps xmlns=""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4815"/>
          <a:stretch/>
        </p:blipFill>
        <p:spPr>
          <a:xfrm>
            <a:off x="7989049" y="2492284"/>
            <a:ext cx="632838" cy="53908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="" xmlns:a16="http://schemas.microsoft.com/office/drawing/2014/main" id="{7F1B4056-179E-4CBF-900B-DAD6C44D406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lum bright="70000" contrast="-70000"/>
            <a:extLst>
              <a:ext uri="{BEBA8EAE-BF5A-486C-A8C5-ECC9F3942E4B}">
                <a14:imgProps xmlns=""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3148"/>
          <a:stretch/>
        </p:blipFill>
        <p:spPr>
          <a:xfrm>
            <a:off x="7134018" y="4212824"/>
            <a:ext cx="615551" cy="53461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8BE7570C-6B9A-4B2A-9C8D-F89C7B639F99}"/>
              </a:ext>
            </a:extLst>
          </p:cNvPr>
          <p:cNvSpPr txBox="1"/>
          <p:nvPr/>
        </p:nvSpPr>
        <p:spPr>
          <a:xfrm>
            <a:off x="230591" y="1702615"/>
            <a:ext cx="531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개발동기</a:t>
            </a:r>
            <a:endParaRPr lang="en-US" altLang="ko-KR" sz="2000" b="1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4AE76FCE-67A4-42C0-B383-73B511E86600}"/>
              </a:ext>
            </a:extLst>
          </p:cNvPr>
          <p:cNvSpPr txBox="1"/>
          <p:nvPr/>
        </p:nvSpPr>
        <p:spPr>
          <a:xfrm>
            <a:off x="230591" y="2566318"/>
            <a:ext cx="531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관련기술현황 및 사용기술</a:t>
            </a:r>
            <a:endParaRPr lang="en-US" altLang="ko-KR" sz="2000" b="1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510390DE-0B50-47D6-8EBB-9F97B99FC083}"/>
              </a:ext>
            </a:extLst>
          </p:cNvPr>
          <p:cNvSpPr txBox="1"/>
          <p:nvPr/>
        </p:nvSpPr>
        <p:spPr>
          <a:xfrm>
            <a:off x="230591" y="3431766"/>
            <a:ext cx="531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기능설명</a:t>
            </a:r>
            <a:endParaRPr lang="en-US" altLang="ko-KR" sz="2000" b="1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FA216E42-C2D5-4487-B749-C0BDD25047E0}"/>
              </a:ext>
            </a:extLst>
          </p:cNvPr>
          <p:cNvSpPr txBox="1"/>
          <p:nvPr/>
        </p:nvSpPr>
        <p:spPr>
          <a:xfrm>
            <a:off x="230591" y="4275199"/>
            <a:ext cx="531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시연영상</a:t>
            </a:r>
            <a:endParaRPr lang="en-US" altLang="ko-KR" sz="2000" b="1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47" name="화살표: 오각형 46">
            <a:extLst>
              <a:ext uri="{FF2B5EF4-FFF2-40B4-BE49-F238E27FC236}">
                <a16:creationId xmlns="" xmlns:a16="http://schemas.microsoft.com/office/drawing/2014/main" id="{F04A532D-993E-4117-8BF4-F2E51DF0633A}"/>
              </a:ext>
            </a:extLst>
          </p:cNvPr>
          <p:cNvSpPr/>
          <p:nvPr/>
        </p:nvSpPr>
        <p:spPr>
          <a:xfrm>
            <a:off x="0" y="4898884"/>
            <a:ext cx="6781125" cy="85915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8" name="그림 47">
            <a:extLst>
              <a:ext uri="{FF2B5EF4-FFF2-40B4-BE49-F238E27FC236}">
                <a16:creationId xmlns="" xmlns:a16="http://schemas.microsoft.com/office/drawing/2014/main" id="{C852A5CD-C95E-4D74-BB0B-290C4102EBE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53" t="9042" r="-2653" b="19827"/>
          <a:stretch/>
        </p:blipFill>
        <p:spPr>
          <a:xfrm>
            <a:off x="5007451" y="5043994"/>
            <a:ext cx="799852" cy="5689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1F741C5C-A4D1-4755-B806-A40C8ADFDDAC}"/>
              </a:ext>
            </a:extLst>
          </p:cNvPr>
          <p:cNvSpPr txBox="1"/>
          <p:nvPr/>
        </p:nvSpPr>
        <p:spPr>
          <a:xfrm>
            <a:off x="230591" y="5128407"/>
            <a:ext cx="531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앞으로의 계획</a:t>
            </a:r>
            <a:endParaRPr lang="en-US" altLang="ko-KR" sz="2000" b="1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45365773"/>
      </p:ext>
    </p:extLst>
  </p:cSld>
  <p:clrMapOvr>
    <a:masterClrMapping/>
  </p:clrMapOvr>
  <p:transition advTm="7368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759DE059-BC87-4B30-A0C7-01A313E16C2A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gradFill flip="none" rotWithShape="1">
            <a:gsLst>
              <a:gs pos="68000">
                <a:schemeClr val="accent3">
                  <a:lumMod val="60000"/>
                  <a:lumOff val="4000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  <a:gs pos="0">
                <a:schemeClr val="tx2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0D94E41B-F85C-4647-B322-5FC6C15C2222}"/>
              </a:ext>
            </a:extLst>
          </p:cNvPr>
          <p:cNvSpPr txBox="1"/>
          <p:nvPr/>
        </p:nvSpPr>
        <p:spPr>
          <a:xfrm>
            <a:off x="4079163" y="4479697"/>
            <a:ext cx="2004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Vision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B6DBCE9E-4122-4BE1-A998-0E6BB98D3446}"/>
              </a:ext>
            </a:extLst>
          </p:cNvPr>
          <p:cNvSpPr txBox="1"/>
          <p:nvPr/>
        </p:nvSpPr>
        <p:spPr>
          <a:xfrm>
            <a:off x="187279" y="4422330"/>
            <a:ext cx="3487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tx2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청각장애</a:t>
            </a:r>
            <a:endParaRPr lang="en-US" altLang="ko-KR" sz="2800" b="1" dirty="0">
              <a:ln>
                <a:solidFill>
                  <a:schemeClr val="tx2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9C326A27-DA86-4608-9FA4-BEE84AB755E9}"/>
              </a:ext>
            </a:extLst>
          </p:cNvPr>
          <p:cNvSpPr txBox="1"/>
          <p:nvPr/>
        </p:nvSpPr>
        <p:spPr>
          <a:xfrm>
            <a:off x="8058912" y="4288218"/>
            <a:ext cx="3986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tx2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여행</a:t>
            </a:r>
            <a:endParaRPr lang="en-US" altLang="ko-KR" sz="2800" b="1" dirty="0">
              <a:ln>
                <a:solidFill>
                  <a:schemeClr val="tx2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BD2E6F84-1EA7-4338-9111-A6462A06F9F6}"/>
              </a:ext>
            </a:extLst>
          </p:cNvPr>
          <p:cNvSpPr txBox="1"/>
          <p:nvPr/>
        </p:nvSpPr>
        <p:spPr>
          <a:xfrm>
            <a:off x="3742944" y="4962255"/>
            <a:ext cx="4645151" cy="491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400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의사소통에 문제를 겪는 경우</a:t>
            </a:r>
            <a:endParaRPr lang="en-US" altLang="ko-KR" sz="2400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F9DC919C-BFC4-4B2D-90AB-6E8A3E7244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6754" y="1699761"/>
            <a:ext cx="3118490" cy="3118490"/>
          </a:xfrm>
          <a:prstGeom prst="rect">
            <a:avLst/>
          </a:prstGeom>
        </p:spPr>
      </p:pic>
      <p:pic>
        <p:nvPicPr>
          <p:cNvPr id="11" name="그림 10" descr="시계이(가) 표시된 사진&#10;&#10;자동 생성된 설명">
            <a:extLst>
              <a:ext uri="{FF2B5EF4-FFF2-40B4-BE49-F238E27FC236}">
                <a16:creationId xmlns="" xmlns:a16="http://schemas.microsoft.com/office/drawing/2014/main" id="{16B86554-6755-41C9-9453-55BEFBCC12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280" y="2182142"/>
            <a:ext cx="1939877" cy="193987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BA3ABFBC-735A-45CF-8857-8ABC21DEA649}"/>
              </a:ext>
            </a:extLst>
          </p:cNvPr>
          <p:cNvSpPr txBox="1"/>
          <p:nvPr/>
        </p:nvSpPr>
        <p:spPr>
          <a:xfrm>
            <a:off x="2485314" y="287930"/>
            <a:ext cx="7221370" cy="70788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n>
                  <a:solidFill>
                    <a:schemeClr val="tx2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개발동기</a:t>
            </a:r>
            <a:endParaRPr lang="en-US" altLang="ko-KR" sz="4000" b="1" dirty="0">
              <a:ln>
                <a:solidFill>
                  <a:schemeClr val="tx2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="" xmlns:a16="http://schemas.microsoft.com/office/drawing/2014/main" id="{C656C705-3099-4D00-B792-D69FD5640E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66" y="2048040"/>
            <a:ext cx="2109740" cy="21988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="" xmlns:p14="http://schemas.microsoft.com/office/powerpoint/2010/main" val="417236707"/>
      </p:ext>
    </p:extLst>
  </p:cSld>
  <p:clrMapOvr>
    <a:masterClrMapping/>
  </p:clrMapOvr>
  <p:transition advTm="200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4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759DE059-BC87-4B30-A0C7-01A313E16C2A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gradFill flip="none" rotWithShape="1">
            <a:gsLst>
              <a:gs pos="68000">
                <a:schemeClr val="accent3">
                  <a:lumMod val="60000"/>
                  <a:lumOff val="4000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  <a:gs pos="0">
                <a:schemeClr val="tx2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0FBF1AEE-6B70-4514-A8C5-08F6EBE7F70C}"/>
              </a:ext>
            </a:extLst>
          </p:cNvPr>
          <p:cNvSpPr txBox="1"/>
          <p:nvPr/>
        </p:nvSpPr>
        <p:spPr>
          <a:xfrm>
            <a:off x="2470555" y="422042"/>
            <a:ext cx="722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tx2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관련기술현황 및 사용기술</a:t>
            </a:r>
            <a:endParaRPr lang="en-US" altLang="ko-KR" sz="2800" b="1" dirty="0">
              <a:ln>
                <a:solidFill>
                  <a:schemeClr val="tx2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FA359AA4-8159-43B6-9F0A-0D94F5C5E330}"/>
              </a:ext>
            </a:extLst>
          </p:cNvPr>
          <p:cNvGrpSpPr/>
          <p:nvPr/>
        </p:nvGrpSpPr>
        <p:grpSpPr>
          <a:xfrm>
            <a:off x="928964" y="1653702"/>
            <a:ext cx="3808136" cy="3941615"/>
            <a:chOff x="928964" y="1526702"/>
            <a:chExt cx="3808136" cy="3941615"/>
          </a:xfrm>
        </p:grpSpPr>
        <p:sp>
          <p:nvSpPr>
            <p:cNvPr id="34" name="육각형 33">
              <a:extLst>
                <a:ext uri="{FF2B5EF4-FFF2-40B4-BE49-F238E27FC236}">
                  <a16:creationId xmlns="" xmlns:a16="http://schemas.microsoft.com/office/drawing/2014/main" id="{C191EB61-F2AB-4362-A16A-DCAA50446B2A}"/>
                </a:ext>
              </a:extLst>
            </p:cNvPr>
            <p:cNvSpPr/>
            <p:nvPr/>
          </p:nvSpPr>
          <p:spPr>
            <a:xfrm rot="5400000">
              <a:off x="1145158" y="2148641"/>
              <a:ext cx="3565577" cy="3073775"/>
            </a:xfrm>
            <a:prstGeom prst="hexagon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육각형 30">
              <a:extLst>
                <a:ext uri="{FF2B5EF4-FFF2-40B4-BE49-F238E27FC236}">
                  <a16:creationId xmlns="" xmlns:a16="http://schemas.microsoft.com/office/drawing/2014/main" id="{DF8702F3-A495-495B-AA08-1C5A7D443DE3}"/>
                </a:ext>
              </a:extLst>
            </p:cNvPr>
            <p:cNvSpPr/>
            <p:nvPr/>
          </p:nvSpPr>
          <p:spPr>
            <a:xfrm rot="5400000">
              <a:off x="1831566" y="1665500"/>
              <a:ext cx="2012565" cy="1734970"/>
            </a:xfrm>
            <a:prstGeom prst="hexag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육각형 31">
              <a:extLst>
                <a:ext uri="{FF2B5EF4-FFF2-40B4-BE49-F238E27FC236}">
                  <a16:creationId xmlns="" xmlns:a16="http://schemas.microsoft.com/office/drawing/2014/main" id="{B66C43C2-2915-4766-839F-4760AC14FF1E}"/>
                </a:ext>
              </a:extLst>
            </p:cNvPr>
            <p:cNvSpPr/>
            <p:nvPr/>
          </p:nvSpPr>
          <p:spPr>
            <a:xfrm rot="5400000">
              <a:off x="790166" y="3507000"/>
              <a:ext cx="2012565" cy="1734970"/>
            </a:xfrm>
            <a:prstGeom prst="hexagon">
              <a:avLst/>
            </a:prstGeom>
            <a:solidFill>
              <a:srgbClr val="77A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육각형 32">
              <a:extLst>
                <a:ext uri="{FF2B5EF4-FFF2-40B4-BE49-F238E27FC236}">
                  <a16:creationId xmlns="" xmlns:a16="http://schemas.microsoft.com/office/drawing/2014/main" id="{7630D5AA-37FC-4AB2-83F7-09EE656B35C4}"/>
                </a:ext>
              </a:extLst>
            </p:cNvPr>
            <p:cNvSpPr/>
            <p:nvPr/>
          </p:nvSpPr>
          <p:spPr>
            <a:xfrm rot="5400000">
              <a:off x="2863332" y="3507000"/>
              <a:ext cx="2012565" cy="1734970"/>
            </a:xfrm>
            <a:prstGeom prst="hexagon">
              <a:avLst/>
            </a:prstGeom>
            <a:solidFill>
              <a:srgbClr val="7985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32CC0D5F-14FC-4D76-B7B2-3FAB16A29704}"/>
              </a:ext>
            </a:extLst>
          </p:cNvPr>
          <p:cNvSpPr txBox="1"/>
          <p:nvPr/>
        </p:nvSpPr>
        <p:spPr>
          <a:xfrm>
            <a:off x="2057729" y="2393465"/>
            <a:ext cx="156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음성인식</a:t>
            </a:r>
            <a:endParaRPr lang="en-US" altLang="ko-KR" sz="2000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807A7F16-290C-4A9F-8DF9-F3AB85135E03}"/>
              </a:ext>
            </a:extLst>
          </p:cNvPr>
          <p:cNvSpPr txBox="1"/>
          <p:nvPr/>
        </p:nvSpPr>
        <p:spPr>
          <a:xfrm>
            <a:off x="1026112" y="4320593"/>
            <a:ext cx="156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TTS</a:t>
            </a:r>
            <a:endParaRPr lang="en-US" altLang="ko-KR" sz="2000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6E3916C4-E308-4D8A-BA21-74FE2C10ED8A}"/>
              </a:ext>
            </a:extLst>
          </p:cNvPr>
          <p:cNvSpPr txBox="1"/>
          <p:nvPr/>
        </p:nvSpPr>
        <p:spPr>
          <a:xfrm>
            <a:off x="3109311" y="4326159"/>
            <a:ext cx="156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STT</a:t>
            </a:r>
            <a:endParaRPr lang="en-US" altLang="ko-KR" sz="2000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EA6CF844-C9EB-491E-BB7E-7198C5F3651C}"/>
              </a:ext>
            </a:extLst>
          </p:cNvPr>
          <p:cNvSpPr txBox="1"/>
          <p:nvPr/>
        </p:nvSpPr>
        <p:spPr>
          <a:xfrm>
            <a:off x="6705600" y="2136687"/>
            <a:ext cx="5175504" cy="11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최신 인공지능 기술에 기반하여 한국어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영어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다국어에 대해 고성능의 음성인식 정확률을 제공하는 서비스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사용자가 발성한 녹음 된 입력 음성 데이터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단위 파일 또는 버퍼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를 음성인식 서버로 전달하여 문자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텍스트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로 제공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93881295-D63B-4961-8282-9C870347EA61}"/>
              </a:ext>
            </a:extLst>
          </p:cNvPr>
          <p:cNvSpPr txBox="1"/>
          <p:nvPr/>
        </p:nvSpPr>
        <p:spPr>
          <a:xfrm>
            <a:off x="6705600" y="3472006"/>
            <a:ext cx="5175504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문자음성 자동변환 기술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미리 녹음된 육성을 이용하는 현재의 음성 서비스와는 달리 문자를 바로 소리로 바꿔 전달하는 것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90A31CBB-5845-4C3E-A66E-9163EB519AAB}"/>
              </a:ext>
            </a:extLst>
          </p:cNvPr>
          <p:cNvSpPr txBox="1"/>
          <p:nvPr/>
        </p:nvSpPr>
        <p:spPr>
          <a:xfrm>
            <a:off x="6705600" y="4682493"/>
            <a:ext cx="5175504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문자음성 자동변환 기술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음성을 문자로 바꿔 전달하는 기술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="" xmlns:a16="http://schemas.microsoft.com/office/drawing/2014/main" id="{44E49105-CEE4-40B3-9E66-1EE2D31289BE}"/>
              </a:ext>
            </a:extLst>
          </p:cNvPr>
          <p:cNvGrpSpPr/>
          <p:nvPr/>
        </p:nvGrpSpPr>
        <p:grpSpPr>
          <a:xfrm>
            <a:off x="5809133" y="2378955"/>
            <a:ext cx="826170" cy="704636"/>
            <a:chOff x="5809133" y="2378955"/>
            <a:chExt cx="826170" cy="704636"/>
          </a:xfrm>
        </p:grpSpPr>
        <p:grpSp>
          <p:nvGrpSpPr>
            <p:cNvPr id="60" name="그룹 59">
              <a:extLst>
                <a:ext uri="{FF2B5EF4-FFF2-40B4-BE49-F238E27FC236}">
                  <a16:creationId xmlns="" xmlns:a16="http://schemas.microsoft.com/office/drawing/2014/main" id="{76D47B67-4C35-4DC5-BFC6-D6DA18421EF9}"/>
                </a:ext>
              </a:extLst>
            </p:cNvPr>
            <p:cNvGrpSpPr/>
            <p:nvPr/>
          </p:nvGrpSpPr>
          <p:grpSpPr>
            <a:xfrm>
              <a:off x="5869900" y="2378955"/>
              <a:ext cx="704636" cy="704636"/>
              <a:chOff x="5869900" y="2407536"/>
              <a:chExt cx="704636" cy="704636"/>
            </a:xfrm>
          </p:grpSpPr>
          <p:sp>
            <p:nvSpPr>
              <p:cNvPr id="58" name="타원 57">
                <a:extLst>
                  <a:ext uri="{FF2B5EF4-FFF2-40B4-BE49-F238E27FC236}">
                    <a16:creationId xmlns="" xmlns:a16="http://schemas.microsoft.com/office/drawing/2014/main" id="{D72BF35A-713C-4699-99B2-2D9B396181A5}"/>
                  </a:ext>
                </a:extLst>
              </p:cNvPr>
              <p:cNvSpPr/>
              <p:nvPr/>
            </p:nvSpPr>
            <p:spPr>
              <a:xfrm>
                <a:off x="5946100" y="2483736"/>
                <a:ext cx="552236" cy="552236"/>
              </a:xfrm>
              <a:prstGeom prst="ellipse">
                <a:avLst/>
              </a:prstGeom>
              <a:solidFill>
                <a:srgbClr val="AC9A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="" xmlns:a16="http://schemas.microsoft.com/office/drawing/2014/main" id="{44770E32-00E2-4497-BBE9-340FBE065CF1}"/>
                  </a:ext>
                </a:extLst>
              </p:cNvPr>
              <p:cNvSpPr/>
              <p:nvPr/>
            </p:nvSpPr>
            <p:spPr>
              <a:xfrm>
                <a:off x="5869900" y="2407536"/>
                <a:ext cx="704636" cy="704636"/>
              </a:xfrm>
              <a:prstGeom prst="ellipse">
                <a:avLst/>
              </a:prstGeom>
              <a:noFill/>
              <a:ln w="38100">
                <a:solidFill>
                  <a:srgbClr val="AC9A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364941C6-5525-486B-B8A6-A9891A6ADEF8}"/>
                </a:ext>
              </a:extLst>
            </p:cNvPr>
            <p:cNvSpPr txBox="1"/>
            <p:nvPr/>
          </p:nvSpPr>
          <p:spPr>
            <a:xfrm>
              <a:off x="5809133" y="2545336"/>
              <a:ext cx="8261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01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="" xmlns:a16="http://schemas.microsoft.com/office/drawing/2014/main" id="{B4786D7B-016D-4F90-97D3-0D3BCD5A8419}"/>
              </a:ext>
            </a:extLst>
          </p:cNvPr>
          <p:cNvGrpSpPr/>
          <p:nvPr/>
        </p:nvGrpSpPr>
        <p:grpSpPr>
          <a:xfrm>
            <a:off x="5809133" y="3424387"/>
            <a:ext cx="826170" cy="704636"/>
            <a:chOff x="5809133" y="3424387"/>
            <a:chExt cx="826170" cy="704636"/>
          </a:xfrm>
        </p:grpSpPr>
        <p:grpSp>
          <p:nvGrpSpPr>
            <p:cNvPr id="61" name="그룹 60">
              <a:extLst>
                <a:ext uri="{FF2B5EF4-FFF2-40B4-BE49-F238E27FC236}">
                  <a16:creationId xmlns="" xmlns:a16="http://schemas.microsoft.com/office/drawing/2014/main" id="{C8B0D553-8F73-446F-AD42-C4CB1C20C9FF}"/>
                </a:ext>
              </a:extLst>
            </p:cNvPr>
            <p:cNvGrpSpPr/>
            <p:nvPr/>
          </p:nvGrpSpPr>
          <p:grpSpPr>
            <a:xfrm>
              <a:off x="5869900" y="3424387"/>
              <a:ext cx="704636" cy="704636"/>
              <a:chOff x="5869900" y="2407536"/>
              <a:chExt cx="704636" cy="704636"/>
            </a:xfrm>
          </p:grpSpPr>
          <p:sp>
            <p:nvSpPr>
              <p:cNvPr id="62" name="타원 61">
                <a:extLst>
                  <a:ext uri="{FF2B5EF4-FFF2-40B4-BE49-F238E27FC236}">
                    <a16:creationId xmlns="" xmlns:a16="http://schemas.microsoft.com/office/drawing/2014/main" id="{E0CD1BE7-886B-4548-B733-D8C7AC742AE0}"/>
                  </a:ext>
                </a:extLst>
              </p:cNvPr>
              <p:cNvSpPr/>
              <p:nvPr/>
            </p:nvSpPr>
            <p:spPr>
              <a:xfrm>
                <a:off x="5946100" y="2483736"/>
                <a:ext cx="552236" cy="552236"/>
              </a:xfrm>
              <a:prstGeom prst="ellipse">
                <a:avLst/>
              </a:prstGeom>
              <a:solidFill>
                <a:srgbClr val="77A7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="" xmlns:a16="http://schemas.microsoft.com/office/drawing/2014/main" id="{76B87C1E-1625-4834-AEF3-45770379F7B6}"/>
                  </a:ext>
                </a:extLst>
              </p:cNvPr>
              <p:cNvSpPr/>
              <p:nvPr/>
            </p:nvSpPr>
            <p:spPr>
              <a:xfrm>
                <a:off x="5869900" y="2407536"/>
                <a:ext cx="704636" cy="704636"/>
              </a:xfrm>
              <a:prstGeom prst="ellipse">
                <a:avLst/>
              </a:prstGeom>
              <a:noFill/>
              <a:ln w="38100">
                <a:solidFill>
                  <a:srgbClr val="77A7C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="" xmlns:a16="http://schemas.microsoft.com/office/drawing/2014/main" id="{5D774EB3-4C9D-4F9B-AF22-2FC8EC4747C3}"/>
                </a:ext>
              </a:extLst>
            </p:cNvPr>
            <p:cNvSpPr txBox="1"/>
            <p:nvPr/>
          </p:nvSpPr>
          <p:spPr>
            <a:xfrm>
              <a:off x="5809133" y="3590768"/>
              <a:ext cx="8261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02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="" xmlns:a16="http://schemas.microsoft.com/office/drawing/2014/main" id="{DE920B77-6E9F-41FF-844C-77EA5CC55979}"/>
              </a:ext>
            </a:extLst>
          </p:cNvPr>
          <p:cNvGrpSpPr/>
          <p:nvPr/>
        </p:nvGrpSpPr>
        <p:grpSpPr>
          <a:xfrm>
            <a:off x="5809133" y="4469819"/>
            <a:ext cx="826170" cy="704636"/>
            <a:chOff x="5809133" y="4469819"/>
            <a:chExt cx="826170" cy="704636"/>
          </a:xfrm>
        </p:grpSpPr>
        <p:grpSp>
          <p:nvGrpSpPr>
            <p:cNvPr id="64" name="그룹 63">
              <a:extLst>
                <a:ext uri="{FF2B5EF4-FFF2-40B4-BE49-F238E27FC236}">
                  <a16:creationId xmlns="" xmlns:a16="http://schemas.microsoft.com/office/drawing/2014/main" id="{2A5DC31E-18CF-4EA7-9BD0-AF438AA439DE}"/>
                </a:ext>
              </a:extLst>
            </p:cNvPr>
            <p:cNvGrpSpPr/>
            <p:nvPr/>
          </p:nvGrpSpPr>
          <p:grpSpPr>
            <a:xfrm>
              <a:off x="5869900" y="4469819"/>
              <a:ext cx="704636" cy="704636"/>
              <a:chOff x="5869900" y="2407536"/>
              <a:chExt cx="704636" cy="704636"/>
            </a:xfrm>
          </p:grpSpPr>
          <p:sp>
            <p:nvSpPr>
              <p:cNvPr id="65" name="타원 64">
                <a:extLst>
                  <a:ext uri="{FF2B5EF4-FFF2-40B4-BE49-F238E27FC236}">
                    <a16:creationId xmlns="" xmlns:a16="http://schemas.microsoft.com/office/drawing/2014/main" id="{527694A4-0EBB-4672-B11A-B48F7307EBD0}"/>
                  </a:ext>
                </a:extLst>
              </p:cNvPr>
              <p:cNvSpPr/>
              <p:nvPr/>
            </p:nvSpPr>
            <p:spPr>
              <a:xfrm>
                <a:off x="5946100" y="2483736"/>
                <a:ext cx="552236" cy="552236"/>
              </a:xfrm>
              <a:prstGeom prst="ellipse">
                <a:avLst/>
              </a:prstGeom>
              <a:solidFill>
                <a:srgbClr val="7985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="" xmlns:a16="http://schemas.microsoft.com/office/drawing/2014/main" id="{AEA14BC8-DF2A-449E-BA5F-DB8D6905CCD9}"/>
                  </a:ext>
                </a:extLst>
              </p:cNvPr>
              <p:cNvSpPr/>
              <p:nvPr/>
            </p:nvSpPr>
            <p:spPr>
              <a:xfrm>
                <a:off x="5869900" y="2407536"/>
                <a:ext cx="704636" cy="704636"/>
              </a:xfrm>
              <a:prstGeom prst="ellipse">
                <a:avLst/>
              </a:prstGeom>
              <a:noFill/>
              <a:ln w="38100">
                <a:solidFill>
                  <a:srgbClr val="7985B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7ADBC26D-0B67-4C0A-97A9-D99510DB5BC7}"/>
                </a:ext>
              </a:extLst>
            </p:cNvPr>
            <p:cNvSpPr txBox="1"/>
            <p:nvPr/>
          </p:nvSpPr>
          <p:spPr>
            <a:xfrm>
              <a:off x="5809133" y="4624786"/>
              <a:ext cx="8261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03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837523059"/>
      </p:ext>
    </p:extLst>
  </p:cSld>
  <p:clrMapOvr>
    <a:masterClrMapping/>
  </p:clrMapOvr>
  <p:transition advTm="8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</a:rPr>
              <a:t>Activity</a:t>
            </a:r>
            <a:r>
              <a:rPr lang="ko-KR" altLang="en-US" sz="3200" dirty="0">
                <a:solidFill>
                  <a:schemeClr val="bg1"/>
                </a:solidFill>
              </a:rPr>
              <a:t> </a:t>
            </a:r>
            <a:r>
              <a:rPr lang="en-US" altLang="ko-KR" sz="3200" dirty="0">
                <a:solidFill>
                  <a:schemeClr val="bg1"/>
                </a:solidFill>
              </a:rPr>
              <a:t>Layout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pic>
        <p:nvPicPr>
          <p:cNvPr id="7" name="내용 개체 틀 6" descr="기본 activity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100446" y="1255776"/>
            <a:ext cx="2959234" cy="4960938"/>
          </a:xfrm>
        </p:spPr>
      </p:pic>
      <p:sp>
        <p:nvSpPr>
          <p:cNvPr id="8" name="타원 7">
            <a:extLst>
              <a:ext uri="{FF2B5EF4-FFF2-40B4-BE49-F238E27FC236}">
                <a16:creationId xmlns="" xmlns:a16="http://schemas.microsoft.com/office/drawing/2014/main" id="{CFCC5890-CFB2-44D8-8B1B-252CF55EB85A}"/>
              </a:ext>
            </a:extLst>
          </p:cNvPr>
          <p:cNvSpPr/>
          <p:nvPr/>
        </p:nvSpPr>
        <p:spPr>
          <a:xfrm>
            <a:off x="2326262" y="1865779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="" xmlns:a16="http://schemas.microsoft.com/office/drawing/2014/main" id="{AC6FFFDA-B368-4F5D-913E-21B189853198}"/>
              </a:ext>
            </a:extLst>
          </p:cNvPr>
          <p:cNvSpPr/>
          <p:nvPr/>
        </p:nvSpPr>
        <p:spPr>
          <a:xfrm>
            <a:off x="2314070" y="4035150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6FDB6A8-AB00-43A0-8F9F-1AA765248AE3}"/>
              </a:ext>
            </a:extLst>
          </p:cNvPr>
          <p:cNvSpPr txBox="1"/>
          <p:nvPr/>
        </p:nvSpPr>
        <p:spPr>
          <a:xfrm>
            <a:off x="6635931" y="2505670"/>
            <a:ext cx="324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="" xmlns:a16="http://schemas.microsoft.com/office/drawing/2014/main" id="{EB07520C-149B-4AA3-9D98-F21846873CA9}"/>
              </a:ext>
            </a:extLst>
          </p:cNvPr>
          <p:cNvSpPr/>
          <p:nvPr/>
        </p:nvSpPr>
        <p:spPr>
          <a:xfrm>
            <a:off x="6454022" y="2690336"/>
            <a:ext cx="363817" cy="28273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="" xmlns:a16="http://schemas.microsoft.com/office/drawing/2014/main" id="{9E5A347A-9000-44BE-9D09-082D5F1E4EAA}"/>
              </a:ext>
            </a:extLst>
          </p:cNvPr>
          <p:cNvSpPr/>
          <p:nvPr/>
        </p:nvSpPr>
        <p:spPr>
          <a:xfrm>
            <a:off x="6454022" y="3864447"/>
            <a:ext cx="363817" cy="28273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7AF6B72-6C54-488E-B8F4-86EED0B8E90F}"/>
              </a:ext>
            </a:extLst>
          </p:cNvPr>
          <p:cNvSpPr txBox="1"/>
          <p:nvPr/>
        </p:nvSpPr>
        <p:spPr>
          <a:xfrm>
            <a:off x="6316521" y="1523609"/>
            <a:ext cx="439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solidFill>
                  <a:schemeClr val="bg1"/>
                </a:solidFill>
              </a:rPr>
              <a:t>TextView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E10E8C3-C8F6-4212-A5CF-BCD30615DB7D}"/>
              </a:ext>
            </a:extLst>
          </p:cNvPr>
          <p:cNvSpPr txBox="1"/>
          <p:nvPr/>
        </p:nvSpPr>
        <p:spPr>
          <a:xfrm>
            <a:off x="7102235" y="2509140"/>
            <a:ext cx="425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음성을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로 출력하여 나타내는 </a:t>
            </a:r>
            <a:r>
              <a:rPr lang="en-US" altLang="ko-KR" dirty="0" err="1">
                <a:solidFill>
                  <a:schemeClr val="bg1"/>
                </a:solidFill>
              </a:rPr>
              <a:t>TextView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1938C43-8195-459E-B6A8-740261EAE554}"/>
              </a:ext>
            </a:extLst>
          </p:cNvPr>
          <p:cNvSpPr txBox="1"/>
          <p:nvPr/>
        </p:nvSpPr>
        <p:spPr>
          <a:xfrm>
            <a:off x="7102235" y="3434933"/>
            <a:ext cx="4258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smtClean="0">
                <a:solidFill>
                  <a:schemeClr val="bg1"/>
                </a:solidFill>
              </a:rPr>
              <a:t>타이핑을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로 출력하여 </a:t>
            </a:r>
            <a:r>
              <a:rPr lang="ko-KR" altLang="en-US" dirty="0" smtClean="0">
                <a:solidFill>
                  <a:schemeClr val="bg1"/>
                </a:solidFill>
              </a:rPr>
              <a:t>나타내고 음성으로 출력할 수 있는 </a:t>
            </a:r>
            <a:r>
              <a:rPr lang="en-US" altLang="ko-KR" dirty="0" err="1" smtClean="0">
                <a:solidFill>
                  <a:schemeClr val="bg1"/>
                </a:solidFill>
              </a:rPr>
              <a:t>TextView</a:t>
            </a:r>
            <a:r>
              <a:rPr lang="en-US" altLang="ko-KR" dirty="0" smtClean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98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pic>
        <p:nvPicPr>
          <p:cNvPr id="7" name="내용 개체 틀 6" descr="기본 activity.pn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2100446" y="1255776"/>
            <a:ext cx="2959234" cy="4960938"/>
          </a:xfrm>
        </p:spPr>
      </p:pic>
      <p:pic>
        <p:nvPicPr>
          <p:cNvPr id="5" name="내용 개체 틀 4">
            <a:extLst>
              <a:ext uri="{FF2B5EF4-FFF2-40B4-BE49-F238E27FC236}">
                <a16:creationId xmlns="" xmlns:a16="http://schemas.microsoft.com/office/drawing/2014/main" id="{CF331A91-CAE7-474E-888C-A5DD7EF1C5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03" y="2503295"/>
            <a:ext cx="543001" cy="428685"/>
          </a:xfrm>
        </p:spPr>
      </p:pic>
      <p:sp>
        <p:nvSpPr>
          <p:cNvPr id="2" name="타원 1">
            <a:extLst>
              <a:ext uri="{FF2B5EF4-FFF2-40B4-BE49-F238E27FC236}">
                <a16:creationId xmlns="" xmlns:a16="http://schemas.microsoft.com/office/drawing/2014/main" id="{CCDCE902-816E-458F-A493-A3C5A04A945D}"/>
              </a:ext>
            </a:extLst>
          </p:cNvPr>
          <p:cNvSpPr/>
          <p:nvPr/>
        </p:nvSpPr>
        <p:spPr>
          <a:xfrm>
            <a:off x="4445726" y="3344091"/>
            <a:ext cx="509451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리기이(가) 표시된 사진&#10;&#10;자동 생성된 설명">
            <a:extLst>
              <a:ext uri="{FF2B5EF4-FFF2-40B4-BE49-F238E27FC236}">
                <a16:creationId xmlns="" xmlns:a16="http://schemas.microsoft.com/office/drawing/2014/main" id="{1F5457C5-A369-4274-90C4-D36627128B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03" y="3682256"/>
            <a:ext cx="543001" cy="428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E5055C1-F35C-41FF-935C-B3A1D489294D}"/>
              </a:ext>
            </a:extLst>
          </p:cNvPr>
          <p:cNvSpPr txBox="1"/>
          <p:nvPr/>
        </p:nvSpPr>
        <p:spPr>
          <a:xfrm>
            <a:off x="7102235" y="2509140"/>
            <a:ext cx="425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Mic off : </a:t>
            </a:r>
            <a:r>
              <a:rPr lang="ko-KR" altLang="en-US" dirty="0">
                <a:solidFill>
                  <a:schemeClr val="bg1"/>
                </a:solidFill>
              </a:rPr>
              <a:t>마이크가 </a:t>
            </a:r>
            <a:r>
              <a:rPr lang="ko-KR" altLang="en-US" dirty="0" smtClean="0">
                <a:solidFill>
                  <a:schemeClr val="bg1"/>
                </a:solidFill>
              </a:rPr>
              <a:t>꺼져 </a:t>
            </a:r>
            <a:r>
              <a:rPr lang="ko-KR" altLang="en-US" dirty="0">
                <a:solidFill>
                  <a:schemeClr val="bg1"/>
                </a:solidFill>
              </a:rPr>
              <a:t>있는 상태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3F05DBDD-2CC8-4DA4-A7E0-C1E80E396CD3}"/>
              </a:ext>
            </a:extLst>
          </p:cNvPr>
          <p:cNvSpPr txBox="1"/>
          <p:nvPr/>
        </p:nvSpPr>
        <p:spPr>
          <a:xfrm>
            <a:off x="7102235" y="3434933"/>
            <a:ext cx="4258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Mic on : </a:t>
            </a:r>
            <a:r>
              <a:rPr lang="ko-KR" altLang="en-US" dirty="0">
                <a:solidFill>
                  <a:schemeClr val="bg1"/>
                </a:solidFill>
              </a:rPr>
              <a:t>마이크가 켜 있는 상태로서 사용자의 음성을 인식하며      창에 출력합니다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="" xmlns:a16="http://schemas.microsoft.com/office/drawing/2014/main" id="{74B05412-6075-490E-948A-DCBEB11FCA5E}"/>
              </a:ext>
            </a:extLst>
          </p:cNvPr>
          <p:cNvSpPr/>
          <p:nvPr/>
        </p:nvSpPr>
        <p:spPr>
          <a:xfrm>
            <a:off x="2386148" y="1873350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1CA2A2-41E9-43A0-9F63-50DC4A3E4186}"/>
              </a:ext>
            </a:extLst>
          </p:cNvPr>
          <p:cNvSpPr txBox="1"/>
          <p:nvPr/>
        </p:nvSpPr>
        <p:spPr>
          <a:xfrm>
            <a:off x="6299104" y="1391922"/>
            <a:ext cx="439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음성인식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="" xmlns:a16="http://schemas.microsoft.com/office/drawing/2014/main" id="{4496F950-AE98-4C1E-957A-7A723E6FD10B}"/>
              </a:ext>
            </a:extLst>
          </p:cNvPr>
          <p:cNvSpPr/>
          <p:nvPr/>
        </p:nvSpPr>
        <p:spPr>
          <a:xfrm>
            <a:off x="10027919" y="3785937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8" name="그림 17" descr="스크린샷이(가) 표시된 사진&#10;&#10;자동 생성된 설명">
            <a:extLst>
              <a:ext uri="{FF2B5EF4-FFF2-40B4-BE49-F238E27FC236}">
                <a16:creationId xmlns="" xmlns:a16="http://schemas.microsoft.com/office/drawing/2014/main" id="{E078F3F2-8322-42E0-8310-C345A1D4DFF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52" y="1255776"/>
            <a:ext cx="2959234" cy="4960938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="" xmlns:a16="http://schemas.microsoft.com/office/drawing/2014/main" id="{591016C8-F735-41D2-B35A-A72D1A762DDC}"/>
              </a:ext>
            </a:extLst>
          </p:cNvPr>
          <p:cNvSpPr/>
          <p:nvPr/>
        </p:nvSpPr>
        <p:spPr>
          <a:xfrm>
            <a:off x="4445726" y="3341914"/>
            <a:ext cx="509451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429810950"/>
      </p:ext>
    </p:extLst>
  </p:cSld>
  <p:clrMapOvr>
    <a:masterClrMapping/>
  </p:clrMapOvr>
  <p:transition advTm="1798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pic>
        <p:nvPicPr>
          <p:cNvPr id="7" name="내용 개체 틀 6" descr="기본 activity.pn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2051678" y="1267968"/>
            <a:ext cx="2959234" cy="4960938"/>
          </a:xfrm>
        </p:spPr>
      </p:pic>
      <p:sp>
        <p:nvSpPr>
          <p:cNvPr id="2" name="타원 1">
            <a:extLst>
              <a:ext uri="{FF2B5EF4-FFF2-40B4-BE49-F238E27FC236}">
                <a16:creationId xmlns="" xmlns:a16="http://schemas.microsoft.com/office/drawing/2014/main" id="{CCDCE902-816E-458F-A493-A3C5A04A945D}"/>
              </a:ext>
            </a:extLst>
          </p:cNvPr>
          <p:cNvSpPr/>
          <p:nvPr/>
        </p:nvSpPr>
        <p:spPr>
          <a:xfrm>
            <a:off x="3988526" y="3344091"/>
            <a:ext cx="466107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E5055C1-F35C-41FF-935C-B3A1D489294D}"/>
              </a:ext>
            </a:extLst>
          </p:cNvPr>
          <p:cNvSpPr txBox="1"/>
          <p:nvPr/>
        </p:nvSpPr>
        <p:spPr>
          <a:xfrm>
            <a:off x="7102236" y="2405265"/>
            <a:ext cx="425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Speak on : </a:t>
            </a:r>
            <a:r>
              <a:rPr lang="ko-KR" altLang="en-US" dirty="0">
                <a:solidFill>
                  <a:schemeClr val="bg1"/>
                </a:solidFill>
              </a:rPr>
              <a:t>클릭하면      에 있는 문장이 출력됩니다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1CA2A2-41E9-43A0-9F63-50DC4A3E4186}"/>
              </a:ext>
            </a:extLst>
          </p:cNvPr>
          <p:cNvSpPr txBox="1"/>
          <p:nvPr/>
        </p:nvSpPr>
        <p:spPr>
          <a:xfrm>
            <a:off x="6299104" y="1391922"/>
            <a:ext cx="439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음성출력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="" xmlns:a16="http://schemas.microsoft.com/office/drawing/2014/main" id="{6969AF0D-AE26-4FEB-AC23-3EC2050EF7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03" y="2495036"/>
            <a:ext cx="543001" cy="466790"/>
          </a:xfrm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ADE6245F-AB43-49D0-8046-679E4744B9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03" y="3620692"/>
            <a:ext cx="533476" cy="461665"/>
          </a:xfrm>
          <a:prstGeom prst="rect">
            <a:avLst/>
          </a:prstGeom>
        </p:spPr>
      </p:pic>
      <p:pic>
        <p:nvPicPr>
          <p:cNvPr id="21" name="그림 20" descr="스크린샷이(가) 표시된 사진&#10;&#10;자동 생성된 설명">
            <a:extLst>
              <a:ext uri="{FF2B5EF4-FFF2-40B4-BE49-F238E27FC236}">
                <a16:creationId xmlns="" xmlns:a16="http://schemas.microsoft.com/office/drawing/2014/main" id="{21A0F1F2-1852-4A7C-934E-38A8294E46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950" y="1280160"/>
            <a:ext cx="2955538" cy="4960938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="" xmlns:a16="http://schemas.microsoft.com/office/drawing/2014/main" id="{49BA509B-371E-4661-BD51-BC2E57690255}"/>
              </a:ext>
            </a:extLst>
          </p:cNvPr>
          <p:cNvSpPr/>
          <p:nvPr/>
        </p:nvSpPr>
        <p:spPr>
          <a:xfrm>
            <a:off x="3988526" y="3344091"/>
            <a:ext cx="466107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FBD4102D-3FAD-4AC4-B1D4-EFCCAECAF893}"/>
              </a:ext>
            </a:extLst>
          </p:cNvPr>
          <p:cNvSpPr/>
          <p:nvPr/>
        </p:nvSpPr>
        <p:spPr>
          <a:xfrm>
            <a:off x="2314070" y="1853587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C2A1BDC6-4A90-4529-97AA-08787805ACD8}"/>
              </a:ext>
            </a:extLst>
          </p:cNvPr>
          <p:cNvSpPr/>
          <p:nvPr/>
        </p:nvSpPr>
        <p:spPr>
          <a:xfrm>
            <a:off x="9389784" y="2495036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5222A440-0718-4209-B271-1BD8CB4D4812}"/>
              </a:ext>
            </a:extLst>
          </p:cNvPr>
          <p:cNvSpPr txBox="1"/>
          <p:nvPr/>
        </p:nvSpPr>
        <p:spPr>
          <a:xfrm>
            <a:off x="7102235" y="3620692"/>
            <a:ext cx="425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Speak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off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음성 출력이 종료됩니다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1513548729"/>
      </p:ext>
    </p:extLst>
  </p:cSld>
  <p:clrMapOvr>
    <a:masterClrMapping/>
  </p:clrMapOvr>
  <p:transition advTm="2588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pic>
        <p:nvPicPr>
          <p:cNvPr id="7" name="내용 개체 틀 6" descr="기본 activity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100446" y="1255776"/>
            <a:ext cx="2959234" cy="4960938"/>
          </a:xfr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E5055C1-F35C-41FF-935C-B3A1D489294D}"/>
              </a:ext>
            </a:extLst>
          </p:cNvPr>
          <p:cNvSpPr txBox="1"/>
          <p:nvPr/>
        </p:nvSpPr>
        <p:spPr>
          <a:xfrm>
            <a:off x="7094811" y="2313978"/>
            <a:ext cx="425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저장하기</a:t>
            </a:r>
            <a:r>
              <a:rPr lang="en-US" altLang="ko-KR" dirty="0">
                <a:solidFill>
                  <a:schemeClr val="bg1"/>
                </a:solidFill>
              </a:rPr>
              <a:t> : </a:t>
            </a:r>
            <a:r>
              <a:rPr lang="ko-KR" altLang="en-US" dirty="0">
                <a:solidFill>
                  <a:schemeClr val="bg1"/>
                </a:solidFill>
              </a:rPr>
              <a:t>     에 있는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가 현재 시간</a:t>
            </a:r>
            <a:r>
              <a:rPr lang="en-US" altLang="ko-KR" dirty="0">
                <a:solidFill>
                  <a:schemeClr val="bg1"/>
                </a:solidFill>
              </a:rPr>
              <a:t>.txt</a:t>
            </a:r>
            <a:r>
              <a:rPr lang="ko-KR" altLang="en-US" dirty="0">
                <a:solidFill>
                  <a:schemeClr val="bg1"/>
                </a:solidFill>
              </a:rPr>
              <a:t>로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스마트폰 내부의 저장됩니다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="" xmlns:a16="http://schemas.microsoft.com/office/drawing/2014/main" id="{49BA509B-371E-4661-BD51-BC2E57690255}"/>
              </a:ext>
            </a:extLst>
          </p:cNvPr>
          <p:cNvSpPr/>
          <p:nvPr/>
        </p:nvSpPr>
        <p:spPr>
          <a:xfrm>
            <a:off x="2610162" y="3344091"/>
            <a:ext cx="466107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FBD4102D-3FAD-4AC4-B1D4-EFCCAECAF893}"/>
              </a:ext>
            </a:extLst>
          </p:cNvPr>
          <p:cNvSpPr/>
          <p:nvPr/>
        </p:nvSpPr>
        <p:spPr>
          <a:xfrm>
            <a:off x="2314070" y="1879044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C2A1BDC6-4A90-4529-97AA-08787805ACD8}"/>
              </a:ext>
            </a:extLst>
          </p:cNvPr>
          <p:cNvSpPr/>
          <p:nvPr/>
        </p:nvSpPr>
        <p:spPr>
          <a:xfrm>
            <a:off x="8337459" y="2402056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5222A440-0718-4209-B271-1BD8CB4D4812}"/>
              </a:ext>
            </a:extLst>
          </p:cNvPr>
          <p:cNvSpPr txBox="1"/>
          <p:nvPr/>
        </p:nvSpPr>
        <p:spPr>
          <a:xfrm>
            <a:off x="7102235" y="3620692"/>
            <a:ext cx="425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초기화 </a:t>
            </a:r>
            <a:r>
              <a:rPr lang="en-US" altLang="ko-KR" dirty="0">
                <a:solidFill>
                  <a:schemeClr val="bg1"/>
                </a:solidFill>
              </a:rPr>
              <a:t>:       </a:t>
            </a:r>
            <a:r>
              <a:rPr lang="ko-KR" altLang="en-US" dirty="0">
                <a:solidFill>
                  <a:schemeClr val="bg1"/>
                </a:solidFill>
              </a:rPr>
              <a:t>에 있는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가 새로운 </a:t>
            </a:r>
            <a:r>
              <a:rPr lang="en-US" altLang="ko-KR" dirty="0" err="1">
                <a:solidFill>
                  <a:schemeClr val="bg1"/>
                </a:solidFill>
              </a:rPr>
              <a:t>TextView</a:t>
            </a:r>
            <a:r>
              <a:rPr lang="ko-KR" altLang="en-US" dirty="0">
                <a:solidFill>
                  <a:schemeClr val="bg1"/>
                </a:solidFill>
              </a:rPr>
              <a:t>로 초기화됩니다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5D41C714-1008-4561-A053-89BCC25F2A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707" y="2514086"/>
            <a:ext cx="468893" cy="428685"/>
          </a:xfrm>
          <a:prstGeom prst="rect">
            <a:avLst/>
          </a:prstGeom>
        </p:spPr>
      </p:pic>
      <p:pic>
        <p:nvPicPr>
          <p:cNvPr id="22" name="그림 21" descr="스크린샷이(가) 표시된 사진&#10;&#10;자동 생성된 설명">
            <a:extLst>
              <a:ext uri="{FF2B5EF4-FFF2-40B4-BE49-F238E27FC236}">
                <a16:creationId xmlns="" xmlns:a16="http://schemas.microsoft.com/office/drawing/2014/main" id="{AA22FFEA-CACB-41B8-83A5-FEAD995E86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254" y="1255776"/>
            <a:ext cx="2996745" cy="496093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="" xmlns:a16="http://schemas.microsoft.com/office/drawing/2014/main" id="{69DEFA8D-82A7-4C77-8DC6-58862929D4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707" y="3591015"/>
            <a:ext cx="468893" cy="428685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="" xmlns:a16="http://schemas.microsoft.com/office/drawing/2014/main" id="{12B2DB38-EB67-4BCE-A4D1-C0AF3564E2C7}"/>
              </a:ext>
            </a:extLst>
          </p:cNvPr>
          <p:cNvSpPr/>
          <p:nvPr/>
        </p:nvSpPr>
        <p:spPr>
          <a:xfrm>
            <a:off x="8189413" y="3719798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2" name="그림 11" descr="스크린샷이(가) 표시된 사진&#10;&#10;자동 생성된 설명">
            <a:extLst>
              <a:ext uri="{FF2B5EF4-FFF2-40B4-BE49-F238E27FC236}">
                <a16:creationId xmlns="" xmlns:a16="http://schemas.microsoft.com/office/drawing/2014/main" id="{BCA9C2BD-7063-49FD-B862-CF65AF1EBE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625" y="1231392"/>
            <a:ext cx="2959234" cy="49609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7379119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E5055C1-F35C-41FF-935C-B3A1D489294D}"/>
              </a:ext>
            </a:extLst>
          </p:cNvPr>
          <p:cNvSpPr txBox="1"/>
          <p:nvPr/>
        </p:nvSpPr>
        <p:spPr>
          <a:xfrm>
            <a:off x="6323107" y="2844488"/>
            <a:ext cx="503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Typing</a:t>
            </a:r>
            <a:r>
              <a:rPr lang="ko-KR" altLang="en-US" dirty="0">
                <a:solidFill>
                  <a:schemeClr val="bg1"/>
                </a:solidFill>
              </a:rPr>
              <a:t>을 통하여      창에 출력합니다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="" xmlns:a16="http://schemas.microsoft.com/office/drawing/2014/main" id="{49BA509B-371E-4661-BD51-BC2E57690255}"/>
              </a:ext>
            </a:extLst>
          </p:cNvPr>
          <p:cNvSpPr/>
          <p:nvPr/>
        </p:nvSpPr>
        <p:spPr>
          <a:xfrm>
            <a:off x="2610162" y="3344091"/>
            <a:ext cx="466107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FBD4102D-3FAD-4AC4-B1D4-EFCCAECAF893}"/>
              </a:ext>
            </a:extLst>
          </p:cNvPr>
          <p:cNvSpPr/>
          <p:nvPr/>
        </p:nvSpPr>
        <p:spPr>
          <a:xfrm>
            <a:off x="2314070" y="1879044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5222A440-0718-4209-B271-1BD8CB4D4812}"/>
              </a:ext>
            </a:extLst>
          </p:cNvPr>
          <p:cNvSpPr txBox="1"/>
          <p:nvPr/>
        </p:nvSpPr>
        <p:spPr>
          <a:xfrm>
            <a:off x="7102235" y="3620692"/>
            <a:ext cx="425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초기화 </a:t>
            </a:r>
            <a:r>
              <a:rPr lang="en-US" altLang="ko-KR" dirty="0">
                <a:solidFill>
                  <a:schemeClr val="bg1"/>
                </a:solidFill>
              </a:rPr>
              <a:t>:       </a:t>
            </a:r>
            <a:r>
              <a:rPr lang="ko-KR" altLang="en-US" dirty="0">
                <a:solidFill>
                  <a:schemeClr val="bg1"/>
                </a:solidFill>
              </a:rPr>
              <a:t>에 있는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가 새로운 </a:t>
            </a:r>
            <a:r>
              <a:rPr lang="en-US" altLang="ko-KR" dirty="0" err="1">
                <a:solidFill>
                  <a:schemeClr val="bg1"/>
                </a:solidFill>
              </a:rPr>
              <a:t>TextView</a:t>
            </a:r>
            <a:r>
              <a:rPr lang="ko-KR" altLang="en-US" dirty="0">
                <a:solidFill>
                  <a:schemeClr val="bg1"/>
                </a:solidFill>
              </a:rPr>
              <a:t>로 초기화됩니다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="" xmlns:a16="http://schemas.microsoft.com/office/drawing/2014/main" id="{69DEFA8D-82A7-4C77-8DC6-58862929D4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52" y="3591015"/>
            <a:ext cx="468893" cy="428685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="" xmlns:a16="http://schemas.microsoft.com/office/drawing/2014/main" id="{12B2DB38-EB67-4BCE-A4D1-C0AF3564E2C7}"/>
              </a:ext>
            </a:extLst>
          </p:cNvPr>
          <p:cNvSpPr/>
          <p:nvPr/>
        </p:nvSpPr>
        <p:spPr>
          <a:xfrm>
            <a:off x="8189413" y="3719798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4" name="내용 개체 틀 6" descr="기본 activity.png">
            <a:extLst>
              <a:ext uri="{FF2B5EF4-FFF2-40B4-BE49-F238E27FC236}">
                <a16:creationId xmlns="" xmlns:a16="http://schemas.microsoft.com/office/drawing/2014/main" id="{06E9E590-9699-4758-BE92-D4725534DBB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19795" y="1239329"/>
            <a:ext cx="2959234" cy="4960938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A91C073D-B950-4449-BF1F-A1C37EB80AD0}"/>
              </a:ext>
            </a:extLst>
          </p:cNvPr>
          <p:cNvSpPr/>
          <p:nvPr/>
        </p:nvSpPr>
        <p:spPr>
          <a:xfrm>
            <a:off x="2314070" y="4019700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758E28E1-69D9-4A29-80A5-B6EA1AD092DF}"/>
              </a:ext>
            </a:extLst>
          </p:cNvPr>
          <p:cNvSpPr/>
          <p:nvPr/>
        </p:nvSpPr>
        <p:spPr>
          <a:xfrm>
            <a:off x="2246810" y="5927589"/>
            <a:ext cx="2142309" cy="2240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28504D82-A338-4C58-AF50-3407E3788D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107" y="2211837"/>
            <a:ext cx="4991000" cy="407735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="" xmlns:a16="http://schemas.microsoft.com/office/drawing/2014/main" id="{3A3BCBDF-C123-4547-B483-9B72DA8C791E}"/>
              </a:ext>
            </a:extLst>
          </p:cNvPr>
          <p:cNvSpPr/>
          <p:nvPr/>
        </p:nvSpPr>
        <p:spPr>
          <a:xfrm>
            <a:off x="8221830" y="2933464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526656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E5055C1-F35C-41FF-935C-B3A1D489294D}"/>
              </a:ext>
            </a:extLst>
          </p:cNvPr>
          <p:cNvSpPr txBox="1"/>
          <p:nvPr/>
        </p:nvSpPr>
        <p:spPr>
          <a:xfrm>
            <a:off x="7120781" y="2407078"/>
            <a:ext cx="4676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User</a:t>
            </a:r>
            <a:r>
              <a:rPr lang="ko-KR" altLang="en-US" dirty="0">
                <a:solidFill>
                  <a:schemeClr val="bg1"/>
                </a:solidFill>
              </a:rPr>
              <a:t>가 입력한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를 </a:t>
            </a:r>
            <a:r>
              <a:rPr lang="en-US" altLang="ko-KR" dirty="0">
                <a:solidFill>
                  <a:schemeClr val="bg1"/>
                </a:solidFill>
              </a:rPr>
              <a:t>TTS </a:t>
            </a:r>
            <a:r>
              <a:rPr lang="en-US" altLang="ko-KR" dirty="0" err="1">
                <a:solidFill>
                  <a:schemeClr val="bg1"/>
                </a:solidFill>
              </a:rPr>
              <a:t>api</a:t>
            </a:r>
            <a:r>
              <a:rPr lang="ko-KR" altLang="en-US" dirty="0">
                <a:solidFill>
                  <a:schemeClr val="bg1"/>
                </a:solidFill>
              </a:rPr>
              <a:t>를 통해 목소리와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>
                <a:solidFill>
                  <a:schemeClr val="bg1"/>
                </a:solidFill>
              </a:rPr>
              <a:t>을 출력합니다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              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5222A440-0718-4209-B271-1BD8CB4D4812}"/>
              </a:ext>
            </a:extLst>
          </p:cNvPr>
          <p:cNvSpPr txBox="1"/>
          <p:nvPr/>
        </p:nvSpPr>
        <p:spPr>
          <a:xfrm>
            <a:off x="7120781" y="3429000"/>
            <a:ext cx="440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User</a:t>
            </a:r>
            <a:r>
              <a:rPr lang="ko-KR" altLang="en-US" dirty="0">
                <a:solidFill>
                  <a:schemeClr val="bg1"/>
                </a:solidFill>
              </a:rPr>
              <a:t>가 입력한 </a:t>
            </a:r>
            <a:r>
              <a:rPr lang="en-US" altLang="ko-KR" dirty="0">
                <a:solidFill>
                  <a:schemeClr val="bg1"/>
                </a:solidFill>
              </a:rPr>
              <a:t>Text</a:t>
            </a:r>
            <a:r>
              <a:rPr lang="ko-KR" altLang="en-US" dirty="0" smtClean="0">
                <a:solidFill>
                  <a:schemeClr val="bg1"/>
                </a:solidFill>
              </a:rPr>
              <a:t>를  </a:t>
            </a:r>
            <a:r>
              <a:rPr lang="ko-KR" altLang="en-US" dirty="0" err="1" smtClean="0">
                <a:solidFill>
                  <a:schemeClr val="bg1"/>
                </a:solidFill>
              </a:rPr>
              <a:t>말풍선</a:t>
            </a:r>
            <a:r>
              <a:rPr lang="ko-KR" altLang="en-US" dirty="0" smtClean="0">
                <a:solidFill>
                  <a:schemeClr val="bg1"/>
                </a:solidFill>
              </a:rPr>
              <a:t> 모양으로          </a:t>
            </a:r>
            <a:r>
              <a:rPr lang="en-US" altLang="ko-KR" dirty="0" smtClean="0">
                <a:solidFill>
                  <a:schemeClr val="bg1"/>
                </a:solidFill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</a:rPr>
              <a:t>출력합니다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17FB57DD-BC2B-4755-B278-7908A7DB7E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749" y="2487481"/>
            <a:ext cx="685896" cy="44773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="" xmlns:a16="http://schemas.microsoft.com/office/drawing/2014/main" id="{1E1DE4B9-CF80-4E56-B05A-4CF84A732F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748" y="3444454"/>
            <a:ext cx="685897" cy="447737"/>
          </a:xfrm>
          <a:prstGeom prst="rect">
            <a:avLst/>
          </a:prstGeom>
        </p:spPr>
      </p:pic>
      <p:pic>
        <p:nvPicPr>
          <p:cNvPr id="35" name="그림 34" descr="전자기기, 키보드, 컴퓨터, 하얀색이(가) 표시된 사진&#10;&#10;자동 생성된 설명">
            <a:extLst>
              <a:ext uri="{FF2B5EF4-FFF2-40B4-BE49-F238E27FC236}">
                <a16:creationId xmlns="" xmlns:a16="http://schemas.microsoft.com/office/drawing/2014/main" id="{48361EDA-9D71-4DFB-9938-033B2C5B47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765" y="1103157"/>
            <a:ext cx="2931177" cy="4960939"/>
          </a:xfrm>
          <a:prstGeom prst="rect">
            <a:avLst/>
          </a:prstGeom>
        </p:spPr>
      </p:pic>
      <p:pic>
        <p:nvPicPr>
          <p:cNvPr id="1027" name="Picture 3" descr="C:\Users\user\Desktop\캡처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94137" y="1103084"/>
            <a:ext cx="2924175" cy="4938259"/>
          </a:xfrm>
          <a:prstGeom prst="rect">
            <a:avLst/>
          </a:prstGeom>
          <a:noFill/>
        </p:spPr>
      </p:pic>
      <p:pic>
        <p:nvPicPr>
          <p:cNvPr id="1028" name="Picture 4" descr="C:\Users\user\Desktop\캡처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74407" y="1088572"/>
            <a:ext cx="3034621" cy="4963885"/>
          </a:xfrm>
          <a:prstGeom prst="rect">
            <a:avLst/>
          </a:prstGeom>
          <a:noFill/>
        </p:spPr>
      </p:pic>
      <p:pic>
        <p:nvPicPr>
          <p:cNvPr id="1029" name="Picture 5" descr="C:\Users\user\Desktop\캡처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2675" y="4317546"/>
            <a:ext cx="688068" cy="501196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5222A440-0718-4209-B271-1BD8CB4D4812}"/>
              </a:ext>
            </a:extLst>
          </p:cNvPr>
          <p:cNvSpPr txBox="1"/>
          <p:nvPr/>
        </p:nvSpPr>
        <p:spPr>
          <a:xfrm>
            <a:off x="7200610" y="4161971"/>
            <a:ext cx="4409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해당 </a:t>
            </a:r>
            <a:r>
              <a:rPr lang="ko-KR" altLang="en-US" dirty="0" err="1" smtClean="0">
                <a:solidFill>
                  <a:schemeClr val="bg1"/>
                </a:solidFill>
              </a:rPr>
              <a:t>말풍선을</a:t>
            </a:r>
            <a:r>
              <a:rPr lang="ko-KR" altLang="en-US" dirty="0" smtClean="0">
                <a:solidFill>
                  <a:schemeClr val="bg1"/>
                </a:solidFill>
              </a:rPr>
              <a:t> 클릭하면 해당 </a:t>
            </a:r>
            <a:r>
              <a:rPr lang="en-US" altLang="ko-KR" dirty="0" smtClean="0">
                <a:solidFill>
                  <a:schemeClr val="bg1"/>
                </a:solidFill>
              </a:rPr>
              <a:t>text</a:t>
            </a:r>
            <a:r>
              <a:rPr lang="ko-KR" altLang="en-US" dirty="0" smtClean="0">
                <a:solidFill>
                  <a:schemeClr val="bg1"/>
                </a:solidFill>
              </a:rPr>
              <a:t>를 출력할 수 있는 말하기기능과 복사기능 </a:t>
            </a:r>
            <a:r>
              <a:rPr lang="ko-KR" altLang="en-US" dirty="0" err="1" smtClean="0">
                <a:solidFill>
                  <a:schemeClr val="bg1"/>
                </a:solidFill>
              </a:rPr>
              <a:t>말풍선을</a:t>
            </a:r>
            <a:r>
              <a:rPr lang="ko-KR" altLang="en-US" dirty="0" smtClean="0">
                <a:solidFill>
                  <a:schemeClr val="bg1"/>
                </a:solidFill>
              </a:rPr>
              <a:t> 삭제기능이 있습니다</a:t>
            </a:r>
            <a:r>
              <a:rPr lang="en-US" altLang="ko-KR" dirty="0" smtClean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473928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E5055C1-F35C-41FF-935C-B3A1D489294D}"/>
              </a:ext>
            </a:extLst>
          </p:cNvPr>
          <p:cNvSpPr txBox="1"/>
          <p:nvPr/>
        </p:nvSpPr>
        <p:spPr>
          <a:xfrm>
            <a:off x="7102236" y="2410086"/>
            <a:ext cx="449758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음성출력기능의 음 높낮이와 말 빠르기를 조절할 수 있는 버튼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="" xmlns:a16="http://schemas.microsoft.com/office/drawing/2014/main" id="{49BA509B-371E-4661-BD51-BC2E57690255}"/>
              </a:ext>
            </a:extLst>
          </p:cNvPr>
          <p:cNvSpPr/>
          <p:nvPr/>
        </p:nvSpPr>
        <p:spPr>
          <a:xfrm>
            <a:off x="2610162" y="3344091"/>
            <a:ext cx="466107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FBD4102D-3FAD-4AC4-B1D4-EFCCAECAF893}"/>
              </a:ext>
            </a:extLst>
          </p:cNvPr>
          <p:cNvSpPr/>
          <p:nvPr/>
        </p:nvSpPr>
        <p:spPr>
          <a:xfrm>
            <a:off x="2314070" y="1879044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5222A440-0718-4209-B271-1BD8CB4D4812}"/>
              </a:ext>
            </a:extLst>
          </p:cNvPr>
          <p:cNvSpPr txBox="1"/>
          <p:nvPr/>
        </p:nvSpPr>
        <p:spPr>
          <a:xfrm>
            <a:off x="7112973" y="3402251"/>
            <a:ext cx="425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음의 높낮이와 </a:t>
            </a:r>
            <a:r>
              <a:rPr lang="ko-KR" altLang="en-US" dirty="0" err="1">
                <a:solidFill>
                  <a:schemeClr val="bg1"/>
                </a:solidFill>
              </a:rPr>
              <a:t>말빠르기를</a:t>
            </a:r>
            <a:r>
              <a:rPr lang="ko-KR" altLang="en-US" dirty="0">
                <a:solidFill>
                  <a:schemeClr val="bg1"/>
                </a:solidFill>
              </a:rPr>
              <a:t> 조절할 수 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A91C073D-B950-4449-BF1F-A1C37EB80AD0}"/>
              </a:ext>
            </a:extLst>
          </p:cNvPr>
          <p:cNvSpPr/>
          <p:nvPr/>
        </p:nvSpPr>
        <p:spPr>
          <a:xfrm>
            <a:off x="2314070" y="4019700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758E28E1-69D9-4A29-80A5-B6EA1AD092DF}"/>
              </a:ext>
            </a:extLst>
          </p:cNvPr>
          <p:cNvSpPr/>
          <p:nvPr/>
        </p:nvSpPr>
        <p:spPr>
          <a:xfrm>
            <a:off x="2246810" y="5927589"/>
            <a:ext cx="2142309" cy="2240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내용 개체 틀 6" descr="기본 activity.png">
            <a:extLst>
              <a:ext uri="{FF2B5EF4-FFF2-40B4-BE49-F238E27FC236}">
                <a16:creationId xmlns="" xmlns:a16="http://schemas.microsoft.com/office/drawing/2014/main" id="{15D2BC65-1029-47EA-A999-F5687413C2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119795" y="1239329"/>
            <a:ext cx="2959234" cy="4960938"/>
          </a:xfrm>
        </p:spPr>
      </p:pic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49792332-5171-412C-A187-BC6250D1F43E}"/>
              </a:ext>
            </a:extLst>
          </p:cNvPr>
          <p:cNvSpPr/>
          <p:nvPr/>
        </p:nvSpPr>
        <p:spPr>
          <a:xfrm>
            <a:off x="4702629" y="1306286"/>
            <a:ext cx="269966" cy="2090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="" xmlns:a16="http://schemas.microsoft.com/office/drawing/2014/main" id="{E2C6964B-7605-4032-8323-7BEEFECEF7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95" y="1239329"/>
            <a:ext cx="2948497" cy="49609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773C7987-0021-4663-AD1D-3665D3BFE3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521" y="2509139"/>
            <a:ext cx="504895" cy="38105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888C437-5350-4AD0-B7DD-C1E62A3EBE5B}"/>
              </a:ext>
            </a:extLst>
          </p:cNvPr>
          <p:cNvSpPr txBox="1"/>
          <p:nvPr/>
        </p:nvSpPr>
        <p:spPr>
          <a:xfrm>
            <a:off x="6316521" y="1523609"/>
            <a:ext cx="439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solidFill>
                  <a:schemeClr val="bg1"/>
                </a:solidFill>
              </a:rPr>
              <a:t>설정</a:t>
            </a:r>
            <a:r>
              <a:rPr lang="en-US" altLang="ko-KR" sz="2400" dirty="0" smtClean="0">
                <a:solidFill>
                  <a:schemeClr val="bg1"/>
                </a:solidFill>
              </a:rPr>
              <a:t>1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729007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63398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어플 기능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="" xmlns:a16="http://schemas.microsoft.com/office/drawing/2014/main" id="{49BA509B-371E-4661-BD51-BC2E57690255}"/>
              </a:ext>
            </a:extLst>
          </p:cNvPr>
          <p:cNvSpPr/>
          <p:nvPr/>
        </p:nvSpPr>
        <p:spPr>
          <a:xfrm>
            <a:off x="2610162" y="3344091"/>
            <a:ext cx="466107" cy="441846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FBD4102D-3FAD-4AC4-B1D4-EFCCAECAF893}"/>
              </a:ext>
            </a:extLst>
          </p:cNvPr>
          <p:cNvSpPr/>
          <p:nvPr/>
        </p:nvSpPr>
        <p:spPr>
          <a:xfrm>
            <a:off x="2314070" y="1879044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A91C073D-B950-4449-BF1F-A1C37EB80AD0}"/>
              </a:ext>
            </a:extLst>
          </p:cNvPr>
          <p:cNvSpPr/>
          <p:nvPr/>
        </p:nvSpPr>
        <p:spPr>
          <a:xfrm>
            <a:off x="2314070" y="4019700"/>
            <a:ext cx="296092" cy="22405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B050">
                <a:alpha val="7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49792332-5171-412C-A187-BC6250D1F43E}"/>
              </a:ext>
            </a:extLst>
          </p:cNvPr>
          <p:cNvSpPr/>
          <p:nvPr/>
        </p:nvSpPr>
        <p:spPr>
          <a:xfrm>
            <a:off x="4702629" y="1306286"/>
            <a:ext cx="269966" cy="2090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888C437-5350-4AD0-B7DD-C1E62A3EBE5B}"/>
              </a:ext>
            </a:extLst>
          </p:cNvPr>
          <p:cNvSpPr txBox="1"/>
          <p:nvPr/>
        </p:nvSpPr>
        <p:spPr>
          <a:xfrm>
            <a:off x="6316521" y="1523609"/>
            <a:ext cx="439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solidFill>
                  <a:schemeClr val="bg1"/>
                </a:solidFill>
              </a:rPr>
              <a:t>설정</a:t>
            </a:r>
            <a:r>
              <a:rPr lang="en-US" altLang="ko-KR" sz="2400" dirty="0" smtClean="0">
                <a:solidFill>
                  <a:schemeClr val="bg1"/>
                </a:solidFill>
              </a:rPr>
              <a:t>2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3076" name="Picture 4" descr="C:\Users\user\Desktop\최종\KakaoTalk_20200614_14251448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6588" y="1059542"/>
            <a:ext cx="3318555" cy="4711671"/>
          </a:xfrm>
          <a:prstGeom prst="rect">
            <a:avLst/>
          </a:prstGeom>
          <a:noFill/>
        </p:spPr>
      </p:pic>
      <p:pic>
        <p:nvPicPr>
          <p:cNvPr id="3077" name="Picture 5" descr="C:\Users\user\Desktop\캡처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1078" y="2513239"/>
            <a:ext cx="724808" cy="227179"/>
          </a:xfrm>
          <a:prstGeom prst="rect">
            <a:avLst/>
          </a:prstGeom>
          <a:noFill/>
        </p:spPr>
      </p:pic>
      <p:pic>
        <p:nvPicPr>
          <p:cNvPr id="3078" name="Picture 6" descr="C:\Users\user\Desktop\캡처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55656" y="3158030"/>
            <a:ext cx="769257" cy="260765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>
          <a:xfrm>
            <a:off x="7489371" y="2351314"/>
            <a:ext cx="380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DB</a:t>
            </a:r>
            <a:r>
              <a:rPr lang="ko-KR" altLang="en-US" dirty="0" smtClean="0">
                <a:solidFill>
                  <a:schemeClr val="bg1"/>
                </a:solidFill>
              </a:rPr>
              <a:t>에 저장된 </a:t>
            </a:r>
            <a:r>
              <a:rPr lang="en-US" altLang="ko-KR" dirty="0" smtClean="0">
                <a:solidFill>
                  <a:schemeClr val="bg1"/>
                </a:solidFill>
              </a:rPr>
              <a:t>Text</a:t>
            </a:r>
            <a:r>
              <a:rPr lang="ko-KR" altLang="en-US" dirty="0" smtClean="0">
                <a:solidFill>
                  <a:schemeClr val="bg1"/>
                </a:solidFill>
              </a:rPr>
              <a:t>를 확인 할 수 있는 기능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67601" y="3040742"/>
            <a:ext cx="380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원하는 언어로 바꿔서 출력할 수 있는 기능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027" name="Picture 3" descr="C:\Users\user\Desktop\KakaoTalk_20200615_000201536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13493" y="903406"/>
            <a:ext cx="3289094" cy="4916774"/>
          </a:xfrm>
          <a:prstGeom prst="rect">
            <a:avLst/>
          </a:prstGeom>
          <a:noFill/>
        </p:spPr>
      </p:pic>
      <p:pic>
        <p:nvPicPr>
          <p:cNvPr id="3075" name="Picture 3" descr="C:\Users\user\Desktop\최종\KakaoTalk_20200614_142514177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70795" y="887430"/>
            <a:ext cx="3309257" cy="48622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38729007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759DE059-BC87-4B30-A0C7-01A313E16C2A}"/>
              </a:ext>
            </a:extLst>
          </p:cNvPr>
          <p:cNvSpPr/>
          <p:nvPr/>
        </p:nvSpPr>
        <p:spPr>
          <a:xfrm rot="5400000">
            <a:off x="2667000" y="-2666998"/>
            <a:ext cx="6857998" cy="12192002"/>
          </a:xfrm>
          <a:prstGeom prst="rect">
            <a:avLst/>
          </a:prstGeom>
          <a:gradFill flip="none" rotWithShape="1">
            <a:gsLst>
              <a:gs pos="68000">
                <a:schemeClr val="accent3">
                  <a:lumMod val="60000"/>
                  <a:lumOff val="4000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  <a:gs pos="0">
                <a:schemeClr val="tx2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A8A4ED7D-46FE-48CB-A00A-BED1DFC11AD1}"/>
              </a:ext>
            </a:extLst>
          </p:cNvPr>
          <p:cNvSpPr txBox="1"/>
          <p:nvPr/>
        </p:nvSpPr>
        <p:spPr>
          <a:xfrm>
            <a:off x="3651324" y="3136615"/>
            <a:ext cx="4889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3200" b="1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감사합니다</a:t>
            </a:r>
            <a:endParaRPr lang="en-US" altLang="ko-KR" sz="3200" b="1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123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4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HDOfficeLightV0">
  <a:themeElements>
    <a:clrScheme name="사용자 지정 2">
      <a:dk1>
        <a:sysClr val="windowText" lastClr="000000"/>
      </a:dk1>
      <a:lt1>
        <a:sysClr val="window" lastClr="FFFFFF"/>
      </a:lt1>
      <a:dk2>
        <a:srgbClr val="3A4966"/>
      </a:dk2>
      <a:lt2>
        <a:srgbClr val="EEECE1"/>
      </a:lt2>
      <a:accent1>
        <a:srgbClr val="3A4966"/>
      </a:accent1>
      <a:accent2>
        <a:srgbClr val="4E6294"/>
      </a:accent2>
      <a:accent3>
        <a:srgbClr val="6573A7"/>
      </a:accent3>
      <a:accent4>
        <a:srgbClr val="6B9FC7"/>
      </a:accent4>
      <a:accent5>
        <a:srgbClr val="4BACC6"/>
      </a:accent5>
      <a:accent6>
        <a:srgbClr val="8064A2"/>
      </a:accent6>
      <a:hlink>
        <a:srgbClr val="8064A2"/>
      </a:hlink>
      <a:folHlink>
        <a:srgbClr val="800080"/>
      </a:folHlink>
    </a:clrScheme>
    <a:fontScheme name="나눔바른고딕 light">
      <a:majorFont>
        <a:latin typeface="나눔바른고딕 Light"/>
        <a:ea typeface="나눔바른고딕 Light"/>
        <a:cs typeface=""/>
      </a:majorFont>
      <a:minorFont>
        <a:latin typeface="나눔바른고딕 UltraLight"/>
        <a:ea typeface="나눔바른고딕 Ul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2428</TotalTime>
  <Words>322</Words>
  <Application>Microsoft Office PowerPoint</Application>
  <PresentationFormat>사용자 지정</PresentationFormat>
  <Paragraphs>78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굴림</vt:lpstr>
      <vt:lpstr>Arial</vt:lpstr>
      <vt:lpstr>나눔바른고딕 UltraLight</vt:lpstr>
      <vt:lpstr>나눔바른고딕 Light</vt:lpstr>
      <vt:lpstr>Wingdings 2</vt:lpstr>
      <vt:lpstr>Calibri Light</vt:lpstr>
      <vt:lpstr>맑은 고딕</vt:lpstr>
      <vt:lpstr>Calibri</vt:lpstr>
      <vt:lpstr>HDOfficeLightV0</vt:lpstr>
      <vt:lpstr>1_HDOfficeLightV0</vt:lpstr>
      <vt:lpstr>슬라이드 1</vt:lpstr>
      <vt:lpstr>슬라이드 2</vt:lpstr>
      <vt:lpstr>슬라이드 3</vt:lpstr>
      <vt:lpstr>슬라이드 4</vt:lpstr>
      <vt:lpstr>Activity Layout</vt:lpstr>
      <vt:lpstr>어플 기능</vt:lpstr>
      <vt:lpstr>어플 기능</vt:lpstr>
      <vt:lpstr>어플 기능</vt:lpstr>
      <vt:lpstr>어플 기능</vt:lpstr>
      <vt:lpstr>어플 기능</vt:lpstr>
      <vt:lpstr>어플 기능</vt:lpstr>
      <vt:lpstr>어플 기능</vt:lpstr>
      <vt:lpstr>슬라이드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임지아</dc:creator>
  <cp:lastModifiedBy>Windows User</cp:lastModifiedBy>
  <cp:revision>41</cp:revision>
  <dcterms:created xsi:type="dcterms:W3CDTF">2017-07-21T02:51:28Z</dcterms:created>
  <dcterms:modified xsi:type="dcterms:W3CDTF">2021-04-13T06:12:35Z</dcterms:modified>
</cp:coreProperties>
</file>